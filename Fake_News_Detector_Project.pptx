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5"/>
  </p:notesMasterIdLst>
  <p:sldIdLst>
    <p:sldId id="256" r:id="rId5"/>
    <p:sldId id="2146847054" r:id="rId6"/>
    <p:sldId id="2146847059" r:id="rId7"/>
    <p:sldId id="262" r:id="rId8"/>
    <p:sldId id="263" r:id="rId9"/>
    <p:sldId id="265" r:id="rId10"/>
    <p:sldId id="2146847069" r:id="rId11"/>
    <p:sldId id="2146847061" r:id="rId12"/>
    <p:sldId id="2146847062" r:id="rId13"/>
    <p:sldId id="2146847063" r:id="rId14"/>
    <p:sldId id="2146847065" r:id="rId15"/>
    <p:sldId id="2146847064" r:id="rId16"/>
    <p:sldId id="267" r:id="rId17"/>
    <p:sldId id="2146847066" r:id="rId18"/>
    <p:sldId id="2146847067" r:id="rId19"/>
    <p:sldId id="268" r:id="rId20"/>
    <p:sldId id="2146847055" r:id="rId21"/>
    <p:sldId id="2146847068" r:id="rId22"/>
    <p:sldId id="2146847058" r:id="rId23"/>
    <p:sldId id="25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8780A1-5F42-4EB7-881F-18DFFAF6B455}" v="378" dt="2026-01-20T17:04:12.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5033" autoAdjust="0"/>
  </p:normalViewPr>
  <p:slideViewPr>
    <p:cSldViewPr snapToGrid="0">
      <p:cViewPr varScale="1">
        <p:scale>
          <a:sx n="70" d="100"/>
          <a:sy n="70" d="100"/>
        </p:scale>
        <p:origin x="677"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80C232-05A5-4327-A1E9-BDE2F9CF4CCF}"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n-IN"/>
        </a:p>
      </dgm:t>
    </dgm:pt>
    <dgm:pt modelId="{94315ED7-EA39-46C9-9A0C-3B264FE368A3}">
      <dgm:prSet custT="1"/>
      <dgm:spPr/>
      <dgm:t>
        <a:bodyPr/>
        <a:lstStyle/>
        <a:p>
          <a:r>
            <a:rPr lang="en-US" sz="2200" dirty="0"/>
            <a:t>The overall working of the system </a:t>
          </a:r>
          <a:r>
            <a:rPr lang="en-US" sz="2400" dirty="0"/>
            <a:t>includes</a:t>
          </a:r>
          <a:r>
            <a:rPr lang="en-US" sz="2200" dirty="0"/>
            <a:t> the following steps:</a:t>
          </a:r>
          <a:endParaRPr lang="en-IN" sz="2200" dirty="0"/>
        </a:p>
      </dgm:t>
    </dgm:pt>
    <dgm:pt modelId="{F841AFB4-B83F-4BAD-947F-CDC795220616}" type="parTrans" cxnId="{9F5A7B83-AB72-4111-880D-14F32F99E0C0}">
      <dgm:prSet/>
      <dgm:spPr/>
      <dgm:t>
        <a:bodyPr/>
        <a:lstStyle/>
        <a:p>
          <a:endParaRPr lang="en-IN"/>
        </a:p>
      </dgm:t>
    </dgm:pt>
    <dgm:pt modelId="{1B82B855-E3E7-44A8-8680-9E9F9CD991ED}" type="sibTrans" cxnId="{9F5A7B83-AB72-4111-880D-14F32F99E0C0}">
      <dgm:prSet/>
      <dgm:spPr/>
      <dgm:t>
        <a:bodyPr/>
        <a:lstStyle/>
        <a:p>
          <a:endParaRPr lang="en-IN"/>
        </a:p>
      </dgm:t>
    </dgm:pt>
    <dgm:pt modelId="{14AB4B49-4698-4266-BC71-CF253AC093AB}">
      <dgm:prSet custT="1"/>
      <dgm:spPr/>
      <dgm:t>
        <a:bodyPr/>
        <a:lstStyle/>
        <a:p>
          <a:r>
            <a:rPr lang="en-US" sz="1400" dirty="0"/>
            <a:t>Data Collection-</a:t>
          </a:r>
          <a:endParaRPr lang="en-IN" sz="1400" dirty="0"/>
        </a:p>
      </dgm:t>
    </dgm:pt>
    <dgm:pt modelId="{C4BC53A2-476E-477A-B66C-2D1C52E50693}" type="parTrans" cxnId="{CF6AB066-BD1F-498F-A052-B0E0E9DB91AB}">
      <dgm:prSet/>
      <dgm:spPr/>
      <dgm:t>
        <a:bodyPr/>
        <a:lstStyle/>
        <a:p>
          <a:endParaRPr lang="en-IN"/>
        </a:p>
      </dgm:t>
    </dgm:pt>
    <dgm:pt modelId="{E85A7236-069F-4AED-8D0D-40340CADDED2}" type="sibTrans" cxnId="{CF6AB066-BD1F-498F-A052-B0E0E9DB91AB}">
      <dgm:prSet/>
      <dgm:spPr/>
      <dgm:t>
        <a:bodyPr/>
        <a:lstStyle/>
        <a:p>
          <a:endParaRPr lang="en-IN"/>
        </a:p>
      </dgm:t>
    </dgm:pt>
    <dgm:pt modelId="{28561A69-BB00-4D0E-9095-26B35E83F69D}">
      <dgm:prSet custT="1"/>
      <dgm:spPr/>
      <dgm:t>
        <a:bodyPr/>
        <a:lstStyle/>
        <a:p>
          <a:r>
            <a:rPr lang="en-US" sz="1400" dirty="0"/>
            <a:t>Data Cleaning &amp; Preprocessing</a:t>
          </a:r>
          <a:endParaRPr lang="en-IN" sz="1400" dirty="0"/>
        </a:p>
      </dgm:t>
    </dgm:pt>
    <dgm:pt modelId="{473E7B3A-67B4-4E97-9ECD-1FA9699B509A}" type="parTrans" cxnId="{35448EC4-F530-4918-8586-7332CD394724}">
      <dgm:prSet/>
      <dgm:spPr/>
      <dgm:t>
        <a:bodyPr/>
        <a:lstStyle/>
        <a:p>
          <a:endParaRPr lang="en-IN"/>
        </a:p>
      </dgm:t>
    </dgm:pt>
    <dgm:pt modelId="{C2421D29-A488-4887-958B-6EFFF74F70AE}" type="sibTrans" cxnId="{35448EC4-F530-4918-8586-7332CD394724}">
      <dgm:prSet/>
      <dgm:spPr/>
      <dgm:t>
        <a:bodyPr/>
        <a:lstStyle/>
        <a:p>
          <a:endParaRPr lang="en-IN"/>
        </a:p>
      </dgm:t>
    </dgm:pt>
    <dgm:pt modelId="{00243B81-FD0B-4EE3-B44B-52F911F728EA}">
      <dgm:prSet custT="1"/>
      <dgm:spPr/>
      <dgm:t>
        <a:bodyPr/>
        <a:lstStyle/>
        <a:p>
          <a:r>
            <a:rPr lang="en-US" sz="1400" dirty="0"/>
            <a:t>Text Normalization</a:t>
          </a:r>
          <a:endParaRPr lang="en-IN" sz="1400" dirty="0"/>
        </a:p>
      </dgm:t>
    </dgm:pt>
    <dgm:pt modelId="{31A1A87D-8D86-4C5B-AA7A-89C15089CED9}" type="parTrans" cxnId="{9969B698-36C4-4E88-9EFB-E8223D8E7F82}">
      <dgm:prSet/>
      <dgm:spPr/>
      <dgm:t>
        <a:bodyPr/>
        <a:lstStyle/>
        <a:p>
          <a:endParaRPr lang="en-IN"/>
        </a:p>
      </dgm:t>
    </dgm:pt>
    <dgm:pt modelId="{46A5D4CF-D356-41F6-A3F5-C5373A40BC97}" type="sibTrans" cxnId="{9969B698-36C4-4E88-9EFB-E8223D8E7F82}">
      <dgm:prSet/>
      <dgm:spPr/>
      <dgm:t>
        <a:bodyPr/>
        <a:lstStyle/>
        <a:p>
          <a:endParaRPr lang="en-IN"/>
        </a:p>
      </dgm:t>
    </dgm:pt>
    <dgm:pt modelId="{3A7422EB-6459-4ED7-B48B-1EA4C11011AD}">
      <dgm:prSet custT="1"/>
      <dgm:spPr/>
      <dgm:t>
        <a:bodyPr/>
        <a:lstStyle/>
        <a:p>
          <a:r>
            <a:rPr lang="en-US" sz="1400"/>
            <a:t>Feature Extraction</a:t>
          </a:r>
          <a:endParaRPr lang="en-IN" sz="1400"/>
        </a:p>
      </dgm:t>
    </dgm:pt>
    <dgm:pt modelId="{2E91721A-BAFD-4C4E-8D7A-04109DED9C00}" type="parTrans" cxnId="{56293716-968A-47B7-8FFA-606515A5035F}">
      <dgm:prSet/>
      <dgm:spPr/>
      <dgm:t>
        <a:bodyPr/>
        <a:lstStyle/>
        <a:p>
          <a:endParaRPr lang="en-IN"/>
        </a:p>
      </dgm:t>
    </dgm:pt>
    <dgm:pt modelId="{D9C64561-740A-42C8-83B0-28C8B47D5C1F}" type="sibTrans" cxnId="{56293716-968A-47B7-8FFA-606515A5035F}">
      <dgm:prSet/>
      <dgm:spPr/>
      <dgm:t>
        <a:bodyPr/>
        <a:lstStyle/>
        <a:p>
          <a:endParaRPr lang="en-IN"/>
        </a:p>
      </dgm:t>
    </dgm:pt>
    <dgm:pt modelId="{25634450-37A6-4442-AD54-0523078A3C8C}">
      <dgm:prSet/>
      <dgm:spPr/>
      <dgm:t>
        <a:bodyPr/>
        <a:lstStyle/>
        <a:p>
          <a:r>
            <a:rPr lang="en-US" dirty="0"/>
            <a:t>Model Training</a:t>
          </a:r>
          <a:endParaRPr lang="en-IN" dirty="0"/>
        </a:p>
      </dgm:t>
    </dgm:pt>
    <dgm:pt modelId="{ACB3B52B-78C7-4C80-ACEF-775CAC425305}" type="parTrans" cxnId="{62B29706-6172-4DAA-967E-0F924EBD1885}">
      <dgm:prSet/>
      <dgm:spPr/>
      <dgm:t>
        <a:bodyPr/>
        <a:lstStyle/>
        <a:p>
          <a:endParaRPr lang="en-IN"/>
        </a:p>
      </dgm:t>
    </dgm:pt>
    <dgm:pt modelId="{A398DED1-9FC9-43E0-8CDB-9CF1145177E0}" type="sibTrans" cxnId="{62B29706-6172-4DAA-967E-0F924EBD1885}">
      <dgm:prSet/>
      <dgm:spPr/>
      <dgm:t>
        <a:bodyPr/>
        <a:lstStyle/>
        <a:p>
          <a:endParaRPr lang="en-IN"/>
        </a:p>
      </dgm:t>
    </dgm:pt>
    <dgm:pt modelId="{827F57DA-2412-44BC-B685-F75BCE96D6FC}">
      <dgm:prSet/>
      <dgm:spPr/>
      <dgm:t>
        <a:bodyPr/>
        <a:lstStyle/>
        <a:p>
          <a:r>
            <a:rPr lang="en-US" dirty="0"/>
            <a:t>Testing &amp; Evaluation</a:t>
          </a:r>
          <a:endParaRPr lang="en-IN" dirty="0"/>
        </a:p>
      </dgm:t>
    </dgm:pt>
    <dgm:pt modelId="{0B10BEE1-6807-4F6B-A1B2-744761C4BFC7}" type="parTrans" cxnId="{51C4A413-AC65-41B1-9B3C-722CF47E2D4F}">
      <dgm:prSet/>
      <dgm:spPr/>
      <dgm:t>
        <a:bodyPr/>
        <a:lstStyle/>
        <a:p>
          <a:endParaRPr lang="en-IN"/>
        </a:p>
      </dgm:t>
    </dgm:pt>
    <dgm:pt modelId="{516BE1CB-CD6D-4330-8E77-50D952AB88C8}" type="sibTrans" cxnId="{51C4A413-AC65-41B1-9B3C-722CF47E2D4F}">
      <dgm:prSet/>
      <dgm:spPr/>
      <dgm:t>
        <a:bodyPr/>
        <a:lstStyle/>
        <a:p>
          <a:endParaRPr lang="en-IN"/>
        </a:p>
      </dgm:t>
    </dgm:pt>
    <dgm:pt modelId="{807EC050-E678-4CD0-A565-6F72544AABB4}">
      <dgm:prSet/>
      <dgm:spPr/>
      <dgm:t>
        <a:bodyPr/>
        <a:lstStyle/>
        <a:p>
          <a:endParaRPr lang="en-IN"/>
        </a:p>
      </dgm:t>
    </dgm:pt>
    <dgm:pt modelId="{09F92EBA-A3CF-4D01-B2EC-D45DA23ADB6B}" type="parTrans" cxnId="{2C7D18F8-AF72-4EB7-93D1-EB54354B2337}">
      <dgm:prSet/>
      <dgm:spPr/>
      <dgm:t>
        <a:bodyPr/>
        <a:lstStyle/>
        <a:p>
          <a:endParaRPr lang="en-IN"/>
        </a:p>
      </dgm:t>
    </dgm:pt>
    <dgm:pt modelId="{D977BE0F-E31F-4EBF-AD81-9979863B0A07}" type="sibTrans" cxnId="{2C7D18F8-AF72-4EB7-93D1-EB54354B2337}">
      <dgm:prSet/>
      <dgm:spPr/>
      <dgm:t>
        <a:bodyPr/>
        <a:lstStyle/>
        <a:p>
          <a:endParaRPr lang="en-IN"/>
        </a:p>
      </dgm:t>
    </dgm:pt>
    <dgm:pt modelId="{DF414A2B-6610-4D20-9D91-3D2BE0D91ABE}">
      <dgm:prSet custT="1"/>
      <dgm:spPr/>
      <dgm:t>
        <a:bodyPr/>
        <a:lstStyle/>
        <a:p>
          <a:r>
            <a:rPr lang="en-US" sz="1400" dirty="0"/>
            <a:t>Prediction</a:t>
          </a:r>
          <a:endParaRPr lang="en-IN" sz="1400" dirty="0"/>
        </a:p>
      </dgm:t>
    </dgm:pt>
    <dgm:pt modelId="{3121E05A-EC36-46CB-A586-D076DA5B088A}" type="parTrans" cxnId="{09F62620-B67D-4DBD-AC65-280FD3117BE1}">
      <dgm:prSet/>
      <dgm:spPr/>
      <dgm:t>
        <a:bodyPr/>
        <a:lstStyle/>
        <a:p>
          <a:endParaRPr lang="en-IN"/>
        </a:p>
      </dgm:t>
    </dgm:pt>
    <dgm:pt modelId="{A4E1DCC4-6B89-4FCA-920A-4658B4778BA5}" type="sibTrans" cxnId="{09F62620-B67D-4DBD-AC65-280FD3117BE1}">
      <dgm:prSet/>
      <dgm:spPr/>
      <dgm:t>
        <a:bodyPr/>
        <a:lstStyle/>
        <a:p>
          <a:endParaRPr lang="en-IN"/>
        </a:p>
      </dgm:t>
    </dgm:pt>
    <dgm:pt modelId="{9640D671-D660-48D3-AB07-8DA830FF479E}">
      <dgm:prSet/>
      <dgm:spPr/>
      <dgm:t>
        <a:bodyPr/>
        <a:lstStyle/>
        <a:p>
          <a:r>
            <a:rPr lang="en-IN" dirty="0"/>
            <a:t>Live News Fetching using API</a:t>
          </a:r>
        </a:p>
      </dgm:t>
    </dgm:pt>
    <dgm:pt modelId="{C3CE8962-1157-4E45-82DB-2F32F40E1B8A}" type="parTrans" cxnId="{4F55C25D-E919-4340-99F5-772359E9B00F}">
      <dgm:prSet/>
      <dgm:spPr/>
      <dgm:t>
        <a:bodyPr/>
        <a:lstStyle/>
        <a:p>
          <a:endParaRPr lang="en-IN"/>
        </a:p>
      </dgm:t>
    </dgm:pt>
    <dgm:pt modelId="{2FC739B3-504B-4509-9F13-1B4458DB0AE9}" type="sibTrans" cxnId="{4F55C25D-E919-4340-99F5-772359E9B00F}">
      <dgm:prSet/>
      <dgm:spPr/>
      <dgm:t>
        <a:bodyPr/>
        <a:lstStyle/>
        <a:p>
          <a:endParaRPr lang="en-IN"/>
        </a:p>
      </dgm:t>
    </dgm:pt>
    <dgm:pt modelId="{7E09BA5C-D6AE-4651-BAF5-48712744952D}" type="pres">
      <dgm:prSet presAssocID="{7080C232-05A5-4327-A1E9-BDE2F9CF4CCF}" presName="composite" presStyleCnt="0">
        <dgm:presLayoutVars>
          <dgm:chMax val="1"/>
          <dgm:dir/>
          <dgm:resizeHandles val="exact"/>
        </dgm:presLayoutVars>
      </dgm:prSet>
      <dgm:spPr/>
    </dgm:pt>
    <dgm:pt modelId="{88F3AC92-27F0-4163-A336-BB2B68BAC44F}" type="pres">
      <dgm:prSet presAssocID="{7080C232-05A5-4327-A1E9-BDE2F9CF4CCF}" presName="radial" presStyleCnt="0">
        <dgm:presLayoutVars>
          <dgm:animLvl val="ctr"/>
        </dgm:presLayoutVars>
      </dgm:prSet>
      <dgm:spPr/>
    </dgm:pt>
    <dgm:pt modelId="{642C3A49-A6DF-46E8-B294-BA35BA5E9D52}" type="pres">
      <dgm:prSet presAssocID="{94315ED7-EA39-46C9-9A0C-3B264FE368A3}" presName="centerShape" presStyleLbl="vennNode1" presStyleIdx="0" presStyleCnt="9"/>
      <dgm:spPr/>
    </dgm:pt>
    <dgm:pt modelId="{E845E4BD-B3C6-451A-96DF-C1A94F9F051B}" type="pres">
      <dgm:prSet presAssocID="{14AB4B49-4698-4266-BC71-CF253AC093AB}" presName="node" presStyleLbl="vennNode1" presStyleIdx="1" presStyleCnt="9">
        <dgm:presLayoutVars>
          <dgm:bulletEnabled val="1"/>
        </dgm:presLayoutVars>
      </dgm:prSet>
      <dgm:spPr/>
    </dgm:pt>
    <dgm:pt modelId="{CF632209-7D54-4DCB-9432-4FD0B4491040}" type="pres">
      <dgm:prSet presAssocID="{28561A69-BB00-4D0E-9095-26B35E83F69D}" presName="node" presStyleLbl="vennNode1" presStyleIdx="2" presStyleCnt="9">
        <dgm:presLayoutVars>
          <dgm:bulletEnabled val="1"/>
        </dgm:presLayoutVars>
      </dgm:prSet>
      <dgm:spPr/>
    </dgm:pt>
    <dgm:pt modelId="{889C0B16-8FC0-4CB2-803A-282E261E249A}" type="pres">
      <dgm:prSet presAssocID="{00243B81-FD0B-4EE3-B44B-52F911F728EA}" presName="node" presStyleLbl="vennNode1" presStyleIdx="3" presStyleCnt="9">
        <dgm:presLayoutVars>
          <dgm:bulletEnabled val="1"/>
        </dgm:presLayoutVars>
      </dgm:prSet>
      <dgm:spPr/>
    </dgm:pt>
    <dgm:pt modelId="{DC12EE39-48D8-41B5-A7FA-E597EDC79570}" type="pres">
      <dgm:prSet presAssocID="{3A7422EB-6459-4ED7-B48B-1EA4C11011AD}" presName="node" presStyleLbl="vennNode1" presStyleIdx="4" presStyleCnt="9">
        <dgm:presLayoutVars>
          <dgm:bulletEnabled val="1"/>
        </dgm:presLayoutVars>
      </dgm:prSet>
      <dgm:spPr/>
    </dgm:pt>
    <dgm:pt modelId="{879CC92D-76E3-473F-BFBD-612B6C342450}" type="pres">
      <dgm:prSet presAssocID="{25634450-37A6-4442-AD54-0523078A3C8C}" presName="node" presStyleLbl="vennNode1" presStyleIdx="5" presStyleCnt="9">
        <dgm:presLayoutVars>
          <dgm:bulletEnabled val="1"/>
        </dgm:presLayoutVars>
      </dgm:prSet>
      <dgm:spPr/>
    </dgm:pt>
    <dgm:pt modelId="{24D814FD-2CBC-49B2-9C90-38A64E163262}" type="pres">
      <dgm:prSet presAssocID="{827F57DA-2412-44BC-B685-F75BCE96D6FC}" presName="node" presStyleLbl="vennNode1" presStyleIdx="6" presStyleCnt="9">
        <dgm:presLayoutVars>
          <dgm:bulletEnabled val="1"/>
        </dgm:presLayoutVars>
      </dgm:prSet>
      <dgm:spPr/>
    </dgm:pt>
    <dgm:pt modelId="{11583D12-BBC4-44EA-A3FD-7DCF279A558F}" type="pres">
      <dgm:prSet presAssocID="{9640D671-D660-48D3-AB07-8DA830FF479E}" presName="node" presStyleLbl="vennNode1" presStyleIdx="7" presStyleCnt="9">
        <dgm:presLayoutVars>
          <dgm:bulletEnabled val="1"/>
        </dgm:presLayoutVars>
      </dgm:prSet>
      <dgm:spPr/>
    </dgm:pt>
    <dgm:pt modelId="{9629AB14-98B8-4A4C-8FD0-5BEB689279B2}" type="pres">
      <dgm:prSet presAssocID="{DF414A2B-6610-4D20-9D91-3D2BE0D91ABE}" presName="node" presStyleLbl="vennNode1" presStyleIdx="8" presStyleCnt="9">
        <dgm:presLayoutVars>
          <dgm:bulletEnabled val="1"/>
        </dgm:presLayoutVars>
      </dgm:prSet>
      <dgm:spPr/>
    </dgm:pt>
  </dgm:ptLst>
  <dgm:cxnLst>
    <dgm:cxn modelId="{62B29706-6172-4DAA-967E-0F924EBD1885}" srcId="{94315ED7-EA39-46C9-9A0C-3B264FE368A3}" destId="{25634450-37A6-4442-AD54-0523078A3C8C}" srcOrd="4" destOrd="0" parTransId="{ACB3B52B-78C7-4C80-ACEF-775CAC425305}" sibTransId="{A398DED1-9FC9-43E0-8CDB-9CF1145177E0}"/>
    <dgm:cxn modelId="{1CC1BF09-D5A4-4037-A01F-5205EF7131DB}" type="presOf" srcId="{94315ED7-EA39-46C9-9A0C-3B264FE368A3}" destId="{642C3A49-A6DF-46E8-B294-BA35BA5E9D52}" srcOrd="0" destOrd="0" presId="urn:microsoft.com/office/officeart/2005/8/layout/radial3"/>
    <dgm:cxn modelId="{51C4A413-AC65-41B1-9B3C-722CF47E2D4F}" srcId="{94315ED7-EA39-46C9-9A0C-3B264FE368A3}" destId="{827F57DA-2412-44BC-B685-F75BCE96D6FC}" srcOrd="5" destOrd="0" parTransId="{0B10BEE1-6807-4F6B-A1B2-744761C4BFC7}" sibTransId="{516BE1CB-CD6D-4330-8E77-50D952AB88C8}"/>
    <dgm:cxn modelId="{56293716-968A-47B7-8FFA-606515A5035F}" srcId="{94315ED7-EA39-46C9-9A0C-3B264FE368A3}" destId="{3A7422EB-6459-4ED7-B48B-1EA4C11011AD}" srcOrd="3" destOrd="0" parTransId="{2E91721A-BAFD-4C4E-8D7A-04109DED9C00}" sibTransId="{D9C64561-740A-42C8-83B0-28C8B47D5C1F}"/>
    <dgm:cxn modelId="{CE1A3718-D0EC-4005-B25F-F0516FBCBA59}" type="presOf" srcId="{28561A69-BB00-4D0E-9095-26B35E83F69D}" destId="{CF632209-7D54-4DCB-9432-4FD0B4491040}" srcOrd="0" destOrd="0" presId="urn:microsoft.com/office/officeart/2005/8/layout/radial3"/>
    <dgm:cxn modelId="{6450A21F-AF4B-4EDC-8A0F-4C76C81AF9C2}" type="presOf" srcId="{3A7422EB-6459-4ED7-B48B-1EA4C11011AD}" destId="{DC12EE39-48D8-41B5-A7FA-E597EDC79570}" srcOrd="0" destOrd="0" presId="urn:microsoft.com/office/officeart/2005/8/layout/radial3"/>
    <dgm:cxn modelId="{09F62620-B67D-4DBD-AC65-280FD3117BE1}" srcId="{94315ED7-EA39-46C9-9A0C-3B264FE368A3}" destId="{DF414A2B-6610-4D20-9D91-3D2BE0D91ABE}" srcOrd="7" destOrd="0" parTransId="{3121E05A-EC36-46CB-A586-D076DA5B088A}" sibTransId="{A4E1DCC4-6B89-4FCA-920A-4658B4778BA5}"/>
    <dgm:cxn modelId="{97C5133E-CE25-4482-919F-22903D8D8AEB}" type="presOf" srcId="{DF414A2B-6610-4D20-9D91-3D2BE0D91ABE}" destId="{9629AB14-98B8-4A4C-8FD0-5BEB689279B2}" srcOrd="0" destOrd="0" presId="urn:microsoft.com/office/officeart/2005/8/layout/radial3"/>
    <dgm:cxn modelId="{4F55C25D-E919-4340-99F5-772359E9B00F}" srcId="{94315ED7-EA39-46C9-9A0C-3B264FE368A3}" destId="{9640D671-D660-48D3-AB07-8DA830FF479E}" srcOrd="6" destOrd="0" parTransId="{C3CE8962-1157-4E45-82DB-2F32F40E1B8A}" sibTransId="{2FC739B3-504B-4509-9F13-1B4458DB0AE9}"/>
    <dgm:cxn modelId="{CF6AB066-BD1F-498F-A052-B0E0E9DB91AB}" srcId="{94315ED7-EA39-46C9-9A0C-3B264FE368A3}" destId="{14AB4B49-4698-4266-BC71-CF253AC093AB}" srcOrd="0" destOrd="0" parTransId="{C4BC53A2-476E-477A-B66C-2D1C52E50693}" sibTransId="{E85A7236-069F-4AED-8D0D-40340CADDED2}"/>
    <dgm:cxn modelId="{45CFF96C-002D-4FE6-AA28-1F354B6EF6AB}" type="presOf" srcId="{9640D671-D660-48D3-AB07-8DA830FF479E}" destId="{11583D12-BBC4-44EA-A3FD-7DCF279A558F}" srcOrd="0" destOrd="0" presId="urn:microsoft.com/office/officeart/2005/8/layout/radial3"/>
    <dgm:cxn modelId="{154C3756-CA22-49FF-9EC2-F81CF5A7E2E4}" type="presOf" srcId="{25634450-37A6-4442-AD54-0523078A3C8C}" destId="{879CC92D-76E3-473F-BFBD-612B6C342450}" srcOrd="0" destOrd="0" presId="urn:microsoft.com/office/officeart/2005/8/layout/radial3"/>
    <dgm:cxn modelId="{6C848257-8250-4C64-A28A-D227E44A8269}" type="presOf" srcId="{00243B81-FD0B-4EE3-B44B-52F911F728EA}" destId="{889C0B16-8FC0-4CB2-803A-282E261E249A}" srcOrd="0" destOrd="0" presId="urn:microsoft.com/office/officeart/2005/8/layout/radial3"/>
    <dgm:cxn modelId="{14EB5A79-3BFC-4CE2-A589-1F31C19AF54B}" type="presOf" srcId="{14AB4B49-4698-4266-BC71-CF253AC093AB}" destId="{E845E4BD-B3C6-451A-96DF-C1A94F9F051B}" srcOrd="0" destOrd="0" presId="urn:microsoft.com/office/officeart/2005/8/layout/radial3"/>
    <dgm:cxn modelId="{9F5A7B83-AB72-4111-880D-14F32F99E0C0}" srcId="{7080C232-05A5-4327-A1E9-BDE2F9CF4CCF}" destId="{94315ED7-EA39-46C9-9A0C-3B264FE368A3}" srcOrd="0" destOrd="0" parTransId="{F841AFB4-B83F-4BAD-947F-CDC795220616}" sibTransId="{1B82B855-E3E7-44A8-8680-9E9F9CD991ED}"/>
    <dgm:cxn modelId="{854D278B-6C74-43FE-81E7-92DBC3EC7FDE}" type="presOf" srcId="{827F57DA-2412-44BC-B685-F75BCE96D6FC}" destId="{24D814FD-2CBC-49B2-9C90-38A64E163262}" srcOrd="0" destOrd="0" presId="urn:microsoft.com/office/officeart/2005/8/layout/radial3"/>
    <dgm:cxn modelId="{2E7D3C98-4A48-45CB-902B-B0D03D7B50A5}" type="presOf" srcId="{7080C232-05A5-4327-A1E9-BDE2F9CF4CCF}" destId="{7E09BA5C-D6AE-4651-BAF5-48712744952D}" srcOrd="0" destOrd="0" presId="urn:microsoft.com/office/officeart/2005/8/layout/radial3"/>
    <dgm:cxn modelId="{9969B698-36C4-4E88-9EFB-E8223D8E7F82}" srcId="{94315ED7-EA39-46C9-9A0C-3B264FE368A3}" destId="{00243B81-FD0B-4EE3-B44B-52F911F728EA}" srcOrd="2" destOrd="0" parTransId="{31A1A87D-8D86-4C5B-AA7A-89C15089CED9}" sibTransId="{46A5D4CF-D356-41F6-A3F5-C5373A40BC97}"/>
    <dgm:cxn modelId="{35448EC4-F530-4918-8586-7332CD394724}" srcId="{94315ED7-EA39-46C9-9A0C-3B264FE368A3}" destId="{28561A69-BB00-4D0E-9095-26B35E83F69D}" srcOrd="1" destOrd="0" parTransId="{473E7B3A-67B4-4E97-9ECD-1FA9699B509A}" sibTransId="{C2421D29-A488-4887-958B-6EFFF74F70AE}"/>
    <dgm:cxn modelId="{2C7D18F8-AF72-4EB7-93D1-EB54354B2337}" srcId="{7080C232-05A5-4327-A1E9-BDE2F9CF4CCF}" destId="{807EC050-E678-4CD0-A565-6F72544AABB4}" srcOrd="1" destOrd="0" parTransId="{09F92EBA-A3CF-4D01-B2EC-D45DA23ADB6B}" sibTransId="{D977BE0F-E31F-4EBF-AD81-9979863B0A07}"/>
    <dgm:cxn modelId="{3E25C48C-E0BE-44DD-B661-C2DAA8A42AA7}" type="presParOf" srcId="{7E09BA5C-D6AE-4651-BAF5-48712744952D}" destId="{88F3AC92-27F0-4163-A336-BB2B68BAC44F}" srcOrd="0" destOrd="0" presId="urn:microsoft.com/office/officeart/2005/8/layout/radial3"/>
    <dgm:cxn modelId="{5483481E-F2C5-4B01-824B-02B47C439349}" type="presParOf" srcId="{88F3AC92-27F0-4163-A336-BB2B68BAC44F}" destId="{642C3A49-A6DF-46E8-B294-BA35BA5E9D52}" srcOrd="0" destOrd="0" presId="urn:microsoft.com/office/officeart/2005/8/layout/radial3"/>
    <dgm:cxn modelId="{885378C7-4FC7-4E05-8B24-BFDE12F985C7}" type="presParOf" srcId="{88F3AC92-27F0-4163-A336-BB2B68BAC44F}" destId="{E845E4BD-B3C6-451A-96DF-C1A94F9F051B}" srcOrd="1" destOrd="0" presId="urn:microsoft.com/office/officeart/2005/8/layout/radial3"/>
    <dgm:cxn modelId="{7D5A1B17-DF5F-487D-AAF8-237FA230BBBE}" type="presParOf" srcId="{88F3AC92-27F0-4163-A336-BB2B68BAC44F}" destId="{CF632209-7D54-4DCB-9432-4FD0B4491040}" srcOrd="2" destOrd="0" presId="urn:microsoft.com/office/officeart/2005/8/layout/radial3"/>
    <dgm:cxn modelId="{3998A174-3DD3-407F-B304-DD6715F04BE2}" type="presParOf" srcId="{88F3AC92-27F0-4163-A336-BB2B68BAC44F}" destId="{889C0B16-8FC0-4CB2-803A-282E261E249A}" srcOrd="3" destOrd="0" presId="urn:microsoft.com/office/officeart/2005/8/layout/radial3"/>
    <dgm:cxn modelId="{53C65736-2723-4CB7-8E20-D9FB55EAC05F}" type="presParOf" srcId="{88F3AC92-27F0-4163-A336-BB2B68BAC44F}" destId="{DC12EE39-48D8-41B5-A7FA-E597EDC79570}" srcOrd="4" destOrd="0" presId="urn:microsoft.com/office/officeart/2005/8/layout/radial3"/>
    <dgm:cxn modelId="{C74B3DF8-1ED3-457B-A003-44162C412D36}" type="presParOf" srcId="{88F3AC92-27F0-4163-A336-BB2B68BAC44F}" destId="{879CC92D-76E3-473F-BFBD-612B6C342450}" srcOrd="5" destOrd="0" presId="urn:microsoft.com/office/officeart/2005/8/layout/radial3"/>
    <dgm:cxn modelId="{224499BA-F1C9-4A2D-A1C8-F956DCDC2D8E}" type="presParOf" srcId="{88F3AC92-27F0-4163-A336-BB2B68BAC44F}" destId="{24D814FD-2CBC-49B2-9C90-38A64E163262}" srcOrd="6" destOrd="0" presId="urn:microsoft.com/office/officeart/2005/8/layout/radial3"/>
    <dgm:cxn modelId="{0AE39959-F943-47EE-B4E7-7317965EF08C}" type="presParOf" srcId="{88F3AC92-27F0-4163-A336-BB2B68BAC44F}" destId="{11583D12-BBC4-44EA-A3FD-7DCF279A558F}" srcOrd="7" destOrd="0" presId="urn:microsoft.com/office/officeart/2005/8/layout/radial3"/>
    <dgm:cxn modelId="{14688419-4B44-4521-89E0-D3882FEDE71B}" type="presParOf" srcId="{88F3AC92-27F0-4163-A336-BB2B68BAC44F}" destId="{9629AB14-98B8-4A4C-8FD0-5BEB689279B2}" srcOrd="8"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B498C-42B5-46B5-B3AD-3CE2C806FC45}" type="doc">
      <dgm:prSet loTypeId="urn:microsoft.com/office/officeart/2005/8/layout/hierarchy5" loCatId="hierarchy" qsTypeId="urn:microsoft.com/office/officeart/2005/8/quickstyle/simple1" qsCatId="simple" csTypeId="urn:microsoft.com/office/officeart/2005/8/colors/accent1_2" csCatId="accent1"/>
      <dgm:spPr/>
      <dgm:t>
        <a:bodyPr/>
        <a:lstStyle/>
        <a:p>
          <a:endParaRPr lang="en-IN"/>
        </a:p>
      </dgm:t>
    </dgm:pt>
    <dgm:pt modelId="{E868CEE9-8150-477D-9413-A37849D5C613}">
      <dgm:prSet/>
      <dgm:spPr/>
      <dgm:t>
        <a:bodyPr/>
        <a:lstStyle/>
        <a:p>
          <a:r>
            <a:rPr lang="en-US"/>
            <a:t>The dataset used in this project consists of two CSV files:</a:t>
          </a:r>
          <a:endParaRPr lang="en-IN"/>
        </a:p>
      </dgm:t>
    </dgm:pt>
    <dgm:pt modelId="{143F0FB4-65EF-4E2C-B496-4D349A983807}" type="parTrans" cxnId="{3BBBD884-710F-4B13-9F57-A88BF3E2325C}">
      <dgm:prSet/>
      <dgm:spPr/>
      <dgm:t>
        <a:bodyPr/>
        <a:lstStyle/>
        <a:p>
          <a:endParaRPr lang="en-IN"/>
        </a:p>
      </dgm:t>
    </dgm:pt>
    <dgm:pt modelId="{BEEA006A-4FF3-4867-82CB-35DEF31670FC}" type="sibTrans" cxnId="{3BBBD884-710F-4B13-9F57-A88BF3E2325C}">
      <dgm:prSet/>
      <dgm:spPr/>
      <dgm:t>
        <a:bodyPr/>
        <a:lstStyle/>
        <a:p>
          <a:endParaRPr lang="en-IN"/>
        </a:p>
      </dgm:t>
    </dgm:pt>
    <dgm:pt modelId="{47E426D7-55E2-4AB8-84F2-BC2EE75031FE}">
      <dgm:prSet/>
      <dgm:spPr/>
      <dgm:t>
        <a:bodyPr/>
        <a:lstStyle/>
        <a:p>
          <a:r>
            <a:rPr lang="en-US" dirty="0"/>
            <a:t>True.csv – Contains real news articles</a:t>
          </a:r>
          <a:endParaRPr lang="en-IN" dirty="0"/>
        </a:p>
      </dgm:t>
    </dgm:pt>
    <dgm:pt modelId="{4DF6543A-74A5-44FA-9112-0D8013C0C17E}" type="parTrans" cxnId="{D63FF942-C39C-40AF-8290-8A2E80AA8186}">
      <dgm:prSet/>
      <dgm:spPr/>
      <dgm:t>
        <a:bodyPr/>
        <a:lstStyle/>
        <a:p>
          <a:endParaRPr lang="en-IN"/>
        </a:p>
      </dgm:t>
    </dgm:pt>
    <dgm:pt modelId="{2348AD01-0896-480E-A03D-E7CE92D78DB9}" type="sibTrans" cxnId="{D63FF942-C39C-40AF-8290-8A2E80AA8186}">
      <dgm:prSet/>
      <dgm:spPr/>
      <dgm:t>
        <a:bodyPr/>
        <a:lstStyle/>
        <a:p>
          <a:endParaRPr lang="en-IN"/>
        </a:p>
      </dgm:t>
    </dgm:pt>
    <dgm:pt modelId="{3FF8F8B2-5A52-437C-84D3-36F04944AD0D}">
      <dgm:prSet/>
      <dgm:spPr/>
      <dgm:t>
        <a:bodyPr/>
        <a:lstStyle/>
        <a:p>
          <a:r>
            <a:rPr lang="en-US" dirty="0"/>
            <a:t>Fake.csv – Contains fake news articles</a:t>
          </a:r>
          <a:endParaRPr lang="en-IN" dirty="0"/>
        </a:p>
      </dgm:t>
    </dgm:pt>
    <dgm:pt modelId="{BD51CFF0-3EB2-4515-B7DA-C2D699A67A9C}" type="parTrans" cxnId="{4D6B6651-EAE4-4755-AD4D-3F34F084D438}">
      <dgm:prSet/>
      <dgm:spPr/>
      <dgm:t>
        <a:bodyPr/>
        <a:lstStyle/>
        <a:p>
          <a:endParaRPr lang="en-IN"/>
        </a:p>
      </dgm:t>
    </dgm:pt>
    <dgm:pt modelId="{84882659-BF24-4CBE-A07A-EFBB2A3E2F60}" type="sibTrans" cxnId="{4D6B6651-EAE4-4755-AD4D-3F34F084D438}">
      <dgm:prSet/>
      <dgm:spPr/>
      <dgm:t>
        <a:bodyPr/>
        <a:lstStyle/>
        <a:p>
          <a:endParaRPr lang="en-IN"/>
        </a:p>
      </dgm:t>
    </dgm:pt>
    <dgm:pt modelId="{E712EC2B-8FB6-45EC-A451-6188D3DFE9D6}">
      <dgm:prSet/>
      <dgm:spPr/>
      <dgm:t>
        <a:bodyPr/>
        <a:lstStyle/>
        <a:p>
          <a:r>
            <a:rPr lang="en-US"/>
            <a:t>The dataset includes:</a:t>
          </a:r>
          <a:endParaRPr lang="en-IN"/>
        </a:p>
      </dgm:t>
    </dgm:pt>
    <dgm:pt modelId="{75B0CA1B-A9D0-4249-B8FE-36BDE7173167}" type="parTrans" cxnId="{B36810C7-D5BF-4827-AA78-BE1273F0BC2B}">
      <dgm:prSet/>
      <dgm:spPr/>
      <dgm:t>
        <a:bodyPr/>
        <a:lstStyle/>
        <a:p>
          <a:endParaRPr lang="en-IN"/>
        </a:p>
      </dgm:t>
    </dgm:pt>
    <dgm:pt modelId="{E3C9BAFB-31CF-41C6-83E0-88BE75A423BB}" type="sibTrans" cxnId="{B36810C7-D5BF-4827-AA78-BE1273F0BC2B}">
      <dgm:prSet/>
      <dgm:spPr/>
      <dgm:t>
        <a:bodyPr/>
        <a:lstStyle/>
        <a:p>
          <a:endParaRPr lang="en-IN"/>
        </a:p>
      </dgm:t>
    </dgm:pt>
    <dgm:pt modelId="{ADD49140-F072-47C0-94E8-4F989A77D741}">
      <dgm:prSet/>
      <dgm:spPr/>
      <dgm:t>
        <a:bodyPr/>
        <a:lstStyle/>
        <a:p>
          <a:r>
            <a:rPr lang="en-US"/>
            <a:t>News headlines and articles</a:t>
          </a:r>
          <a:endParaRPr lang="en-IN"/>
        </a:p>
      </dgm:t>
    </dgm:pt>
    <dgm:pt modelId="{5BA519FD-4AD7-47E9-B778-7EE59D6DFDA5}" type="parTrans" cxnId="{FE620FC0-D7F0-42EA-B6A6-D71E5F7E6E46}">
      <dgm:prSet/>
      <dgm:spPr/>
      <dgm:t>
        <a:bodyPr/>
        <a:lstStyle/>
        <a:p>
          <a:endParaRPr lang="en-IN"/>
        </a:p>
      </dgm:t>
    </dgm:pt>
    <dgm:pt modelId="{5952349A-1696-43F6-9D37-1F58CDFF09AF}" type="sibTrans" cxnId="{FE620FC0-D7F0-42EA-B6A6-D71E5F7E6E46}">
      <dgm:prSet/>
      <dgm:spPr/>
      <dgm:t>
        <a:bodyPr/>
        <a:lstStyle/>
        <a:p>
          <a:endParaRPr lang="en-IN"/>
        </a:p>
      </dgm:t>
    </dgm:pt>
    <dgm:pt modelId="{3CB2A139-A46C-4224-802A-8E829C6DD112}">
      <dgm:prSet/>
      <dgm:spPr/>
      <dgm:t>
        <a:bodyPr/>
        <a:lstStyle/>
        <a:p>
          <a:r>
            <a:rPr lang="en-US"/>
            <a:t>News labels (Real or Fake)</a:t>
          </a:r>
          <a:endParaRPr lang="en-IN"/>
        </a:p>
      </dgm:t>
    </dgm:pt>
    <dgm:pt modelId="{9BDDEAFC-DDC1-4E1F-AE67-437F35BB6382}" type="parTrans" cxnId="{85E0E4CA-23CD-4C36-B4AD-F074B68778DB}">
      <dgm:prSet/>
      <dgm:spPr/>
      <dgm:t>
        <a:bodyPr/>
        <a:lstStyle/>
        <a:p>
          <a:endParaRPr lang="en-IN"/>
        </a:p>
      </dgm:t>
    </dgm:pt>
    <dgm:pt modelId="{D074B913-B13C-4754-AE43-1E3BA328FBE8}" type="sibTrans" cxnId="{85E0E4CA-23CD-4C36-B4AD-F074B68778DB}">
      <dgm:prSet/>
      <dgm:spPr/>
      <dgm:t>
        <a:bodyPr/>
        <a:lstStyle/>
        <a:p>
          <a:endParaRPr lang="en-IN"/>
        </a:p>
      </dgm:t>
    </dgm:pt>
    <dgm:pt modelId="{64F89479-CE9A-4D8D-BA2B-0581AC41B7D3}">
      <dgm:prSet/>
      <dgm:spPr/>
      <dgm:t>
        <a:bodyPr/>
        <a:lstStyle/>
        <a:p>
          <a:r>
            <a:rPr lang="en-US"/>
            <a:t>Total number of records: 44,000+ news articles</a:t>
          </a:r>
          <a:endParaRPr lang="en-IN"/>
        </a:p>
      </dgm:t>
    </dgm:pt>
    <dgm:pt modelId="{B9543B47-E7EC-406C-9B3D-89FD46985D78}" type="parTrans" cxnId="{F84B879A-4323-40E9-A422-43D822C0B9DD}">
      <dgm:prSet/>
      <dgm:spPr/>
      <dgm:t>
        <a:bodyPr/>
        <a:lstStyle/>
        <a:p>
          <a:endParaRPr lang="en-IN"/>
        </a:p>
      </dgm:t>
    </dgm:pt>
    <dgm:pt modelId="{01E3AA34-C4BC-40CB-8611-452D7E6EA05D}" type="sibTrans" cxnId="{F84B879A-4323-40E9-A422-43D822C0B9DD}">
      <dgm:prSet/>
      <dgm:spPr/>
      <dgm:t>
        <a:bodyPr/>
        <a:lstStyle/>
        <a:p>
          <a:endParaRPr lang="en-IN"/>
        </a:p>
      </dgm:t>
    </dgm:pt>
    <dgm:pt modelId="{A7344C43-513B-4E48-86B9-25EE61ED9B25}">
      <dgm:prSet/>
      <dgm:spPr/>
      <dgm:t>
        <a:bodyPr/>
        <a:lstStyle/>
        <a:p>
          <a:r>
            <a:rPr lang="en-US"/>
            <a:t>This dataset is suitable for training and testing machine learning models.</a:t>
          </a:r>
          <a:endParaRPr lang="en-IN"/>
        </a:p>
      </dgm:t>
    </dgm:pt>
    <dgm:pt modelId="{831202FA-8F71-4D7B-A0CB-3A52552C015A}" type="parTrans" cxnId="{3488E5D0-1B76-4AB5-BA72-0A95B15D2D6F}">
      <dgm:prSet/>
      <dgm:spPr/>
      <dgm:t>
        <a:bodyPr/>
        <a:lstStyle/>
        <a:p>
          <a:endParaRPr lang="en-IN"/>
        </a:p>
      </dgm:t>
    </dgm:pt>
    <dgm:pt modelId="{7482035F-8364-4149-9CBF-58C65389BC11}" type="sibTrans" cxnId="{3488E5D0-1B76-4AB5-BA72-0A95B15D2D6F}">
      <dgm:prSet/>
      <dgm:spPr/>
      <dgm:t>
        <a:bodyPr/>
        <a:lstStyle/>
        <a:p>
          <a:endParaRPr lang="en-IN"/>
        </a:p>
      </dgm:t>
    </dgm:pt>
    <dgm:pt modelId="{9EE2BC8D-83F8-4C41-8746-C811ED067205}" type="pres">
      <dgm:prSet presAssocID="{6EAB498C-42B5-46B5-B3AD-3CE2C806FC45}" presName="mainComposite" presStyleCnt="0">
        <dgm:presLayoutVars>
          <dgm:chPref val="1"/>
          <dgm:dir/>
          <dgm:animOne val="branch"/>
          <dgm:animLvl val="lvl"/>
          <dgm:resizeHandles val="exact"/>
        </dgm:presLayoutVars>
      </dgm:prSet>
      <dgm:spPr/>
    </dgm:pt>
    <dgm:pt modelId="{D46E9041-2B7E-490A-B14C-292E13E3FCD4}" type="pres">
      <dgm:prSet presAssocID="{6EAB498C-42B5-46B5-B3AD-3CE2C806FC45}" presName="hierFlow" presStyleCnt="0"/>
      <dgm:spPr/>
    </dgm:pt>
    <dgm:pt modelId="{AB4BC742-3DE1-4064-9259-6169F850E0C0}" type="pres">
      <dgm:prSet presAssocID="{6EAB498C-42B5-46B5-B3AD-3CE2C806FC45}" presName="firstBuf" presStyleCnt="0"/>
      <dgm:spPr/>
    </dgm:pt>
    <dgm:pt modelId="{40D6387F-FC1B-4DEF-B6E1-88F753B66F98}" type="pres">
      <dgm:prSet presAssocID="{6EAB498C-42B5-46B5-B3AD-3CE2C806FC45}" presName="hierChild1" presStyleCnt="0">
        <dgm:presLayoutVars>
          <dgm:chPref val="1"/>
          <dgm:animOne val="branch"/>
          <dgm:animLvl val="lvl"/>
        </dgm:presLayoutVars>
      </dgm:prSet>
      <dgm:spPr/>
    </dgm:pt>
    <dgm:pt modelId="{8C7C44EB-D388-4F63-85D6-007A6AC58D05}" type="pres">
      <dgm:prSet presAssocID="{E868CEE9-8150-477D-9413-A37849D5C613}" presName="Name17" presStyleCnt="0"/>
      <dgm:spPr/>
    </dgm:pt>
    <dgm:pt modelId="{1D563335-C807-4AE2-A242-2CBCB70FDDA1}" type="pres">
      <dgm:prSet presAssocID="{E868CEE9-8150-477D-9413-A37849D5C613}" presName="level1Shape" presStyleLbl="node0" presStyleIdx="0" presStyleCnt="1" custLinFactNeighborX="39981">
        <dgm:presLayoutVars>
          <dgm:chPref val="3"/>
        </dgm:presLayoutVars>
      </dgm:prSet>
      <dgm:spPr/>
    </dgm:pt>
    <dgm:pt modelId="{714A3484-9F34-44A1-BDA6-1B43C0B6AC24}" type="pres">
      <dgm:prSet presAssocID="{E868CEE9-8150-477D-9413-A37849D5C613}" presName="hierChild2" presStyleCnt="0"/>
      <dgm:spPr/>
    </dgm:pt>
    <dgm:pt modelId="{339247CB-1932-4A25-98E2-36F67CB480C8}" type="pres">
      <dgm:prSet presAssocID="{4DF6543A-74A5-44FA-9112-0D8013C0C17E}" presName="Name25" presStyleLbl="parChTrans1D2" presStyleIdx="0" presStyleCnt="2"/>
      <dgm:spPr/>
    </dgm:pt>
    <dgm:pt modelId="{B89A2D6F-52AD-4A54-8663-D843955F26D1}" type="pres">
      <dgm:prSet presAssocID="{4DF6543A-74A5-44FA-9112-0D8013C0C17E}" presName="connTx" presStyleLbl="parChTrans1D2" presStyleIdx="0" presStyleCnt="2"/>
      <dgm:spPr/>
    </dgm:pt>
    <dgm:pt modelId="{794D9759-634F-4A2B-9CFC-C7113B21A0C7}" type="pres">
      <dgm:prSet presAssocID="{47E426D7-55E2-4AB8-84F2-BC2EE75031FE}" presName="Name30" presStyleCnt="0"/>
      <dgm:spPr/>
    </dgm:pt>
    <dgm:pt modelId="{C73B730A-B88E-4D69-AFB0-063BA7527A45}" type="pres">
      <dgm:prSet presAssocID="{47E426D7-55E2-4AB8-84F2-BC2EE75031FE}" presName="level2Shape" presStyleLbl="node2" presStyleIdx="0" presStyleCnt="2" custLinFactNeighborX="59770" custLinFactNeighborY="473"/>
      <dgm:spPr/>
    </dgm:pt>
    <dgm:pt modelId="{0747B95F-946E-4FE7-9DD2-CFB7E467D450}" type="pres">
      <dgm:prSet presAssocID="{47E426D7-55E2-4AB8-84F2-BC2EE75031FE}" presName="hierChild3" presStyleCnt="0"/>
      <dgm:spPr/>
    </dgm:pt>
    <dgm:pt modelId="{DB67EC20-7187-4FAB-96E0-927F73F2A208}" type="pres">
      <dgm:prSet presAssocID="{BD51CFF0-3EB2-4515-B7DA-C2D699A67A9C}" presName="Name25" presStyleLbl="parChTrans1D2" presStyleIdx="1" presStyleCnt="2"/>
      <dgm:spPr/>
    </dgm:pt>
    <dgm:pt modelId="{C967D59C-7F0D-451C-BEA3-3DF3B9D4BD28}" type="pres">
      <dgm:prSet presAssocID="{BD51CFF0-3EB2-4515-B7DA-C2D699A67A9C}" presName="connTx" presStyleLbl="parChTrans1D2" presStyleIdx="1" presStyleCnt="2"/>
      <dgm:spPr/>
    </dgm:pt>
    <dgm:pt modelId="{3EB8A8E1-00B0-47C9-A21A-CCFE7571AA18}" type="pres">
      <dgm:prSet presAssocID="{3FF8F8B2-5A52-437C-84D3-36F04944AD0D}" presName="Name30" presStyleCnt="0"/>
      <dgm:spPr/>
    </dgm:pt>
    <dgm:pt modelId="{C60FD240-1889-43EF-81CA-6D25BB554548}" type="pres">
      <dgm:prSet presAssocID="{3FF8F8B2-5A52-437C-84D3-36F04944AD0D}" presName="level2Shape" presStyleLbl="node2" presStyleIdx="1" presStyleCnt="2" custLinFactNeighborX="58559" custLinFactNeighborY="5654"/>
      <dgm:spPr/>
    </dgm:pt>
    <dgm:pt modelId="{C8F81646-55CE-4573-8B2F-3BEE5303B0BC}" type="pres">
      <dgm:prSet presAssocID="{3FF8F8B2-5A52-437C-84D3-36F04944AD0D}" presName="hierChild3" presStyleCnt="0"/>
      <dgm:spPr/>
    </dgm:pt>
    <dgm:pt modelId="{541B8C03-8B2B-4338-BED1-C7CF11331049}" type="pres">
      <dgm:prSet presAssocID="{6EAB498C-42B5-46B5-B3AD-3CE2C806FC45}" presName="bgShapesFlow" presStyleCnt="0"/>
      <dgm:spPr/>
    </dgm:pt>
    <dgm:pt modelId="{108780FD-0A93-4A74-AF64-C1393D29803B}" type="pres">
      <dgm:prSet presAssocID="{E712EC2B-8FB6-45EC-A451-6188D3DFE9D6}" presName="rectComp" presStyleCnt="0"/>
      <dgm:spPr/>
    </dgm:pt>
    <dgm:pt modelId="{F78D8428-215D-43D9-AA5C-4CFBDCD681B6}" type="pres">
      <dgm:prSet presAssocID="{E712EC2B-8FB6-45EC-A451-6188D3DFE9D6}" presName="bgRect" presStyleLbl="bgShp" presStyleIdx="0" presStyleCnt="3"/>
      <dgm:spPr/>
    </dgm:pt>
    <dgm:pt modelId="{04453B28-718F-431E-8B5E-F3A1AF6CB338}" type="pres">
      <dgm:prSet presAssocID="{E712EC2B-8FB6-45EC-A451-6188D3DFE9D6}" presName="bgRectTx" presStyleLbl="bgShp" presStyleIdx="0" presStyleCnt="3">
        <dgm:presLayoutVars>
          <dgm:bulletEnabled val="1"/>
        </dgm:presLayoutVars>
      </dgm:prSet>
      <dgm:spPr/>
    </dgm:pt>
    <dgm:pt modelId="{A7F2BE93-744E-4CAF-9174-6C320444C17D}" type="pres">
      <dgm:prSet presAssocID="{E712EC2B-8FB6-45EC-A451-6188D3DFE9D6}" presName="spComp" presStyleCnt="0"/>
      <dgm:spPr/>
    </dgm:pt>
    <dgm:pt modelId="{89AF617C-196C-41CF-9373-F4905C0497D0}" type="pres">
      <dgm:prSet presAssocID="{E712EC2B-8FB6-45EC-A451-6188D3DFE9D6}" presName="hSp" presStyleCnt="0"/>
      <dgm:spPr/>
    </dgm:pt>
    <dgm:pt modelId="{697468E5-4F71-47EF-B32C-00881024AAF1}" type="pres">
      <dgm:prSet presAssocID="{64F89479-CE9A-4D8D-BA2B-0581AC41B7D3}" presName="rectComp" presStyleCnt="0"/>
      <dgm:spPr/>
    </dgm:pt>
    <dgm:pt modelId="{C73B8CF5-6DAB-4AF0-9ABD-A9FC7F3280D5}" type="pres">
      <dgm:prSet presAssocID="{64F89479-CE9A-4D8D-BA2B-0581AC41B7D3}" presName="bgRect" presStyleLbl="bgShp" presStyleIdx="1" presStyleCnt="3"/>
      <dgm:spPr/>
    </dgm:pt>
    <dgm:pt modelId="{DD080B61-8404-4945-98C6-9C0B0360715A}" type="pres">
      <dgm:prSet presAssocID="{64F89479-CE9A-4D8D-BA2B-0581AC41B7D3}" presName="bgRectTx" presStyleLbl="bgShp" presStyleIdx="1" presStyleCnt="3">
        <dgm:presLayoutVars>
          <dgm:bulletEnabled val="1"/>
        </dgm:presLayoutVars>
      </dgm:prSet>
      <dgm:spPr/>
    </dgm:pt>
    <dgm:pt modelId="{40A3B2AA-BAFF-4D34-876B-D183DBDCCCBE}" type="pres">
      <dgm:prSet presAssocID="{64F89479-CE9A-4D8D-BA2B-0581AC41B7D3}" presName="spComp" presStyleCnt="0"/>
      <dgm:spPr/>
    </dgm:pt>
    <dgm:pt modelId="{9D2FD6BC-BC43-4297-BCA4-4FF1194DCEE8}" type="pres">
      <dgm:prSet presAssocID="{64F89479-CE9A-4D8D-BA2B-0581AC41B7D3}" presName="hSp" presStyleCnt="0"/>
      <dgm:spPr/>
    </dgm:pt>
    <dgm:pt modelId="{22E12FC5-B947-49E6-B938-3B407222983D}" type="pres">
      <dgm:prSet presAssocID="{A7344C43-513B-4E48-86B9-25EE61ED9B25}" presName="rectComp" presStyleCnt="0"/>
      <dgm:spPr/>
    </dgm:pt>
    <dgm:pt modelId="{105B2A8A-23C5-4A24-B2B6-C0C801EDD45D}" type="pres">
      <dgm:prSet presAssocID="{A7344C43-513B-4E48-86B9-25EE61ED9B25}" presName="bgRect" presStyleLbl="bgShp" presStyleIdx="2" presStyleCnt="3"/>
      <dgm:spPr/>
    </dgm:pt>
    <dgm:pt modelId="{32FA9196-D8E0-44A3-AE7F-EEE1693CD4CA}" type="pres">
      <dgm:prSet presAssocID="{A7344C43-513B-4E48-86B9-25EE61ED9B25}" presName="bgRectTx" presStyleLbl="bgShp" presStyleIdx="2" presStyleCnt="3">
        <dgm:presLayoutVars>
          <dgm:bulletEnabled val="1"/>
        </dgm:presLayoutVars>
      </dgm:prSet>
      <dgm:spPr/>
    </dgm:pt>
  </dgm:ptLst>
  <dgm:cxnLst>
    <dgm:cxn modelId="{6DC27409-2CD5-4945-8ECB-E131ED9FC88F}" type="presOf" srcId="{47E426D7-55E2-4AB8-84F2-BC2EE75031FE}" destId="{C73B730A-B88E-4D69-AFB0-063BA7527A45}" srcOrd="0" destOrd="0" presId="urn:microsoft.com/office/officeart/2005/8/layout/hierarchy5"/>
    <dgm:cxn modelId="{AB1F480D-0E18-4453-BB08-5DF7C759A3CA}" type="presOf" srcId="{E712EC2B-8FB6-45EC-A451-6188D3DFE9D6}" destId="{04453B28-718F-431E-8B5E-F3A1AF6CB338}" srcOrd="1" destOrd="0" presId="urn:microsoft.com/office/officeart/2005/8/layout/hierarchy5"/>
    <dgm:cxn modelId="{F2E97715-48B0-47E2-BC22-D31DDD72F02B}" type="presOf" srcId="{BD51CFF0-3EB2-4515-B7DA-C2D699A67A9C}" destId="{DB67EC20-7187-4FAB-96E0-927F73F2A208}" srcOrd="0" destOrd="0" presId="urn:microsoft.com/office/officeart/2005/8/layout/hierarchy5"/>
    <dgm:cxn modelId="{9DC71828-0485-4ACB-883E-0E0A456634AB}" type="presOf" srcId="{3CB2A139-A46C-4224-802A-8E829C6DD112}" destId="{F78D8428-215D-43D9-AA5C-4CFBDCD681B6}" srcOrd="0" destOrd="2" presId="urn:microsoft.com/office/officeart/2005/8/layout/hierarchy5"/>
    <dgm:cxn modelId="{F281662A-DB5E-452F-8873-43192F4EE7C0}" type="presOf" srcId="{64F89479-CE9A-4D8D-BA2B-0581AC41B7D3}" destId="{DD080B61-8404-4945-98C6-9C0B0360715A}" srcOrd="1" destOrd="0" presId="urn:microsoft.com/office/officeart/2005/8/layout/hierarchy5"/>
    <dgm:cxn modelId="{A282192B-4AC3-4F5E-B047-55C9D3A93663}" type="presOf" srcId="{4DF6543A-74A5-44FA-9112-0D8013C0C17E}" destId="{339247CB-1932-4A25-98E2-36F67CB480C8}" srcOrd="0" destOrd="0" presId="urn:microsoft.com/office/officeart/2005/8/layout/hierarchy5"/>
    <dgm:cxn modelId="{D63FF942-C39C-40AF-8290-8A2E80AA8186}" srcId="{E868CEE9-8150-477D-9413-A37849D5C613}" destId="{47E426D7-55E2-4AB8-84F2-BC2EE75031FE}" srcOrd="0" destOrd="0" parTransId="{4DF6543A-74A5-44FA-9112-0D8013C0C17E}" sibTransId="{2348AD01-0896-480E-A03D-E7CE92D78DB9}"/>
    <dgm:cxn modelId="{DB4EE34B-2B05-4AA9-9642-5C571855D91C}" type="presOf" srcId="{64F89479-CE9A-4D8D-BA2B-0581AC41B7D3}" destId="{C73B8CF5-6DAB-4AF0-9ABD-A9FC7F3280D5}" srcOrd="0" destOrd="0" presId="urn:microsoft.com/office/officeart/2005/8/layout/hierarchy5"/>
    <dgm:cxn modelId="{4D6B6651-EAE4-4755-AD4D-3F34F084D438}" srcId="{E868CEE9-8150-477D-9413-A37849D5C613}" destId="{3FF8F8B2-5A52-437C-84D3-36F04944AD0D}" srcOrd="1" destOrd="0" parTransId="{BD51CFF0-3EB2-4515-B7DA-C2D699A67A9C}" sibTransId="{84882659-BF24-4CBE-A07A-EFBB2A3E2F60}"/>
    <dgm:cxn modelId="{150FA651-FE32-49DC-9877-CDA1D083F821}" type="presOf" srcId="{6EAB498C-42B5-46B5-B3AD-3CE2C806FC45}" destId="{9EE2BC8D-83F8-4C41-8746-C811ED067205}" srcOrd="0" destOrd="0" presId="urn:microsoft.com/office/officeart/2005/8/layout/hierarchy5"/>
    <dgm:cxn modelId="{3BBBD884-710F-4B13-9F57-A88BF3E2325C}" srcId="{6EAB498C-42B5-46B5-B3AD-3CE2C806FC45}" destId="{E868CEE9-8150-477D-9413-A37849D5C613}" srcOrd="0" destOrd="0" parTransId="{143F0FB4-65EF-4E2C-B496-4D349A983807}" sibTransId="{BEEA006A-4FF3-4867-82CB-35DEF31670FC}"/>
    <dgm:cxn modelId="{A1238B86-1A3E-4066-9A6A-FFF8CFB6C946}" type="presOf" srcId="{ADD49140-F072-47C0-94E8-4F989A77D741}" destId="{04453B28-718F-431E-8B5E-F3A1AF6CB338}" srcOrd="1" destOrd="1" presId="urn:microsoft.com/office/officeart/2005/8/layout/hierarchy5"/>
    <dgm:cxn modelId="{E340EB94-771F-46B6-96C2-D623BA17D349}" type="presOf" srcId="{ADD49140-F072-47C0-94E8-4F989A77D741}" destId="{F78D8428-215D-43D9-AA5C-4CFBDCD681B6}" srcOrd="0" destOrd="1" presId="urn:microsoft.com/office/officeart/2005/8/layout/hierarchy5"/>
    <dgm:cxn modelId="{27361A9A-2D2C-490D-B3E2-D4D7F23C9511}" type="presOf" srcId="{E712EC2B-8FB6-45EC-A451-6188D3DFE9D6}" destId="{F78D8428-215D-43D9-AA5C-4CFBDCD681B6}" srcOrd="0" destOrd="0" presId="urn:microsoft.com/office/officeart/2005/8/layout/hierarchy5"/>
    <dgm:cxn modelId="{F84B879A-4323-40E9-A422-43D822C0B9DD}" srcId="{6EAB498C-42B5-46B5-B3AD-3CE2C806FC45}" destId="{64F89479-CE9A-4D8D-BA2B-0581AC41B7D3}" srcOrd="2" destOrd="0" parTransId="{B9543B47-E7EC-406C-9B3D-89FD46985D78}" sibTransId="{01E3AA34-C4BC-40CB-8611-452D7E6EA05D}"/>
    <dgm:cxn modelId="{196C989F-D916-4B46-8399-49012CA4C8D5}" type="presOf" srcId="{3FF8F8B2-5A52-437C-84D3-36F04944AD0D}" destId="{C60FD240-1889-43EF-81CA-6D25BB554548}" srcOrd="0" destOrd="0" presId="urn:microsoft.com/office/officeart/2005/8/layout/hierarchy5"/>
    <dgm:cxn modelId="{DC85FCA0-2CC3-4291-B3E7-A280078F0E42}" type="presOf" srcId="{A7344C43-513B-4E48-86B9-25EE61ED9B25}" destId="{105B2A8A-23C5-4A24-B2B6-C0C801EDD45D}" srcOrd="0" destOrd="0" presId="urn:microsoft.com/office/officeart/2005/8/layout/hierarchy5"/>
    <dgm:cxn modelId="{574FB2A2-E297-442A-96FF-27EA287D55A9}" type="presOf" srcId="{A7344C43-513B-4E48-86B9-25EE61ED9B25}" destId="{32FA9196-D8E0-44A3-AE7F-EEE1693CD4CA}" srcOrd="1" destOrd="0" presId="urn:microsoft.com/office/officeart/2005/8/layout/hierarchy5"/>
    <dgm:cxn modelId="{702D15A6-939F-4201-A537-83484DB3EE9A}" type="presOf" srcId="{E868CEE9-8150-477D-9413-A37849D5C613}" destId="{1D563335-C807-4AE2-A242-2CBCB70FDDA1}" srcOrd="0" destOrd="0" presId="urn:microsoft.com/office/officeart/2005/8/layout/hierarchy5"/>
    <dgm:cxn modelId="{51BE25BA-E509-4DF4-A0C0-B0CF53C7D382}" type="presOf" srcId="{4DF6543A-74A5-44FA-9112-0D8013C0C17E}" destId="{B89A2D6F-52AD-4A54-8663-D843955F26D1}" srcOrd="1" destOrd="0" presId="urn:microsoft.com/office/officeart/2005/8/layout/hierarchy5"/>
    <dgm:cxn modelId="{FE620FC0-D7F0-42EA-B6A6-D71E5F7E6E46}" srcId="{E712EC2B-8FB6-45EC-A451-6188D3DFE9D6}" destId="{ADD49140-F072-47C0-94E8-4F989A77D741}" srcOrd="0" destOrd="0" parTransId="{5BA519FD-4AD7-47E9-B778-7EE59D6DFDA5}" sibTransId="{5952349A-1696-43F6-9D37-1F58CDFF09AF}"/>
    <dgm:cxn modelId="{B36810C7-D5BF-4827-AA78-BE1273F0BC2B}" srcId="{6EAB498C-42B5-46B5-B3AD-3CE2C806FC45}" destId="{E712EC2B-8FB6-45EC-A451-6188D3DFE9D6}" srcOrd="1" destOrd="0" parTransId="{75B0CA1B-A9D0-4249-B8FE-36BDE7173167}" sibTransId="{E3C9BAFB-31CF-41C6-83E0-88BE75A423BB}"/>
    <dgm:cxn modelId="{85E0E4CA-23CD-4C36-B4AD-F074B68778DB}" srcId="{E712EC2B-8FB6-45EC-A451-6188D3DFE9D6}" destId="{3CB2A139-A46C-4224-802A-8E829C6DD112}" srcOrd="1" destOrd="0" parTransId="{9BDDEAFC-DDC1-4E1F-AE67-437F35BB6382}" sibTransId="{D074B913-B13C-4754-AE43-1E3BA328FBE8}"/>
    <dgm:cxn modelId="{3488E5D0-1B76-4AB5-BA72-0A95B15D2D6F}" srcId="{6EAB498C-42B5-46B5-B3AD-3CE2C806FC45}" destId="{A7344C43-513B-4E48-86B9-25EE61ED9B25}" srcOrd="3" destOrd="0" parTransId="{831202FA-8F71-4D7B-A0CB-3A52552C015A}" sibTransId="{7482035F-8364-4149-9CBF-58C65389BC11}"/>
    <dgm:cxn modelId="{778CE1E6-06E3-4DD2-8B38-2704CD3FD05C}" type="presOf" srcId="{3CB2A139-A46C-4224-802A-8E829C6DD112}" destId="{04453B28-718F-431E-8B5E-F3A1AF6CB338}" srcOrd="1" destOrd="2" presId="urn:microsoft.com/office/officeart/2005/8/layout/hierarchy5"/>
    <dgm:cxn modelId="{F2ECD0F4-38F7-49C7-AE71-8CC5406E9BBF}" type="presOf" srcId="{BD51CFF0-3EB2-4515-B7DA-C2D699A67A9C}" destId="{C967D59C-7F0D-451C-BEA3-3DF3B9D4BD28}" srcOrd="1" destOrd="0" presId="urn:microsoft.com/office/officeart/2005/8/layout/hierarchy5"/>
    <dgm:cxn modelId="{8B0C110A-E6E3-48E3-9AE1-8BAEE75A4B24}" type="presParOf" srcId="{9EE2BC8D-83F8-4C41-8746-C811ED067205}" destId="{D46E9041-2B7E-490A-B14C-292E13E3FCD4}" srcOrd="0" destOrd="0" presId="urn:microsoft.com/office/officeart/2005/8/layout/hierarchy5"/>
    <dgm:cxn modelId="{DC951F98-80B1-420C-BCC6-23A6FCA1D3A9}" type="presParOf" srcId="{D46E9041-2B7E-490A-B14C-292E13E3FCD4}" destId="{AB4BC742-3DE1-4064-9259-6169F850E0C0}" srcOrd="0" destOrd="0" presId="urn:microsoft.com/office/officeart/2005/8/layout/hierarchy5"/>
    <dgm:cxn modelId="{637ABFF6-ACAA-48A8-9EA2-5904266E8830}" type="presParOf" srcId="{D46E9041-2B7E-490A-B14C-292E13E3FCD4}" destId="{40D6387F-FC1B-4DEF-B6E1-88F753B66F98}" srcOrd="1" destOrd="0" presId="urn:microsoft.com/office/officeart/2005/8/layout/hierarchy5"/>
    <dgm:cxn modelId="{D5D1FA50-3360-4A76-A2CF-6A57F0073221}" type="presParOf" srcId="{40D6387F-FC1B-4DEF-B6E1-88F753B66F98}" destId="{8C7C44EB-D388-4F63-85D6-007A6AC58D05}" srcOrd="0" destOrd="0" presId="urn:microsoft.com/office/officeart/2005/8/layout/hierarchy5"/>
    <dgm:cxn modelId="{9FC454CB-58B5-4F83-AD49-BAFB6E9820AD}" type="presParOf" srcId="{8C7C44EB-D388-4F63-85D6-007A6AC58D05}" destId="{1D563335-C807-4AE2-A242-2CBCB70FDDA1}" srcOrd="0" destOrd="0" presId="urn:microsoft.com/office/officeart/2005/8/layout/hierarchy5"/>
    <dgm:cxn modelId="{5B681C8F-C9D9-434D-AAD8-D243A5400809}" type="presParOf" srcId="{8C7C44EB-D388-4F63-85D6-007A6AC58D05}" destId="{714A3484-9F34-44A1-BDA6-1B43C0B6AC24}" srcOrd="1" destOrd="0" presId="urn:microsoft.com/office/officeart/2005/8/layout/hierarchy5"/>
    <dgm:cxn modelId="{76C9FA51-1B36-41F5-B942-6D0D89FDA524}" type="presParOf" srcId="{714A3484-9F34-44A1-BDA6-1B43C0B6AC24}" destId="{339247CB-1932-4A25-98E2-36F67CB480C8}" srcOrd="0" destOrd="0" presId="urn:microsoft.com/office/officeart/2005/8/layout/hierarchy5"/>
    <dgm:cxn modelId="{A12A2191-1764-422D-91D2-FFF71E1949B4}" type="presParOf" srcId="{339247CB-1932-4A25-98E2-36F67CB480C8}" destId="{B89A2D6F-52AD-4A54-8663-D843955F26D1}" srcOrd="0" destOrd="0" presId="urn:microsoft.com/office/officeart/2005/8/layout/hierarchy5"/>
    <dgm:cxn modelId="{3DE18D53-6348-4EBB-8791-387B5BDEC859}" type="presParOf" srcId="{714A3484-9F34-44A1-BDA6-1B43C0B6AC24}" destId="{794D9759-634F-4A2B-9CFC-C7113B21A0C7}" srcOrd="1" destOrd="0" presId="urn:microsoft.com/office/officeart/2005/8/layout/hierarchy5"/>
    <dgm:cxn modelId="{1882872B-8366-48AE-B2E6-4D22D5CF56B1}" type="presParOf" srcId="{794D9759-634F-4A2B-9CFC-C7113B21A0C7}" destId="{C73B730A-B88E-4D69-AFB0-063BA7527A45}" srcOrd="0" destOrd="0" presId="urn:microsoft.com/office/officeart/2005/8/layout/hierarchy5"/>
    <dgm:cxn modelId="{8BBBDB1B-4CE1-404C-A6A5-8C33CEF978AA}" type="presParOf" srcId="{794D9759-634F-4A2B-9CFC-C7113B21A0C7}" destId="{0747B95F-946E-4FE7-9DD2-CFB7E467D450}" srcOrd="1" destOrd="0" presId="urn:microsoft.com/office/officeart/2005/8/layout/hierarchy5"/>
    <dgm:cxn modelId="{96D71398-38FA-48FB-8E0E-4088DE00A727}" type="presParOf" srcId="{714A3484-9F34-44A1-BDA6-1B43C0B6AC24}" destId="{DB67EC20-7187-4FAB-96E0-927F73F2A208}" srcOrd="2" destOrd="0" presId="urn:microsoft.com/office/officeart/2005/8/layout/hierarchy5"/>
    <dgm:cxn modelId="{36A2FEA1-BBE4-4C0E-ACE1-D6C7647A8910}" type="presParOf" srcId="{DB67EC20-7187-4FAB-96E0-927F73F2A208}" destId="{C967D59C-7F0D-451C-BEA3-3DF3B9D4BD28}" srcOrd="0" destOrd="0" presId="urn:microsoft.com/office/officeart/2005/8/layout/hierarchy5"/>
    <dgm:cxn modelId="{8F5AA6B7-0772-41E2-BB8F-6714F2829BCD}" type="presParOf" srcId="{714A3484-9F34-44A1-BDA6-1B43C0B6AC24}" destId="{3EB8A8E1-00B0-47C9-A21A-CCFE7571AA18}" srcOrd="3" destOrd="0" presId="urn:microsoft.com/office/officeart/2005/8/layout/hierarchy5"/>
    <dgm:cxn modelId="{188E4CD2-34A2-4BCF-B218-29F18415BD4D}" type="presParOf" srcId="{3EB8A8E1-00B0-47C9-A21A-CCFE7571AA18}" destId="{C60FD240-1889-43EF-81CA-6D25BB554548}" srcOrd="0" destOrd="0" presId="urn:microsoft.com/office/officeart/2005/8/layout/hierarchy5"/>
    <dgm:cxn modelId="{2B1E6171-651D-4BC3-BE2E-3B37DF428B5D}" type="presParOf" srcId="{3EB8A8E1-00B0-47C9-A21A-CCFE7571AA18}" destId="{C8F81646-55CE-4573-8B2F-3BEE5303B0BC}" srcOrd="1" destOrd="0" presId="urn:microsoft.com/office/officeart/2005/8/layout/hierarchy5"/>
    <dgm:cxn modelId="{1476D4E5-29F5-45E0-B45F-C78CB1BE9AFF}" type="presParOf" srcId="{9EE2BC8D-83F8-4C41-8746-C811ED067205}" destId="{541B8C03-8B2B-4338-BED1-C7CF11331049}" srcOrd="1" destOrd="0" presId="urn:microsoft.com/office/officeart/2005/8/layout/hierarchy5"/>
    <dgm:cxn modelId="{7AA94ECA-81A7-4E1D-BDFD-5B3769EBED1B}" type="presParOf" srcId="{541B8C03-8B2B-4338-BED1-C7CF11331049}" destId="{108780FD-0A93-4A74-AF64-C1393D29803B}" srcOrd="0" destOrd="0" presId="urn:microsoft.com/office/officeart/2005/8/layout/hierarchy5"/>
    <dgm:cxn modelId="{AE75B2A9-377E-4F7E-BEE3-A998F6D8417C}" type="presParOf" srcId="{108780FD-0A93-4A74-AF64-C1393D29803B}" destId="{F78D8428-215D-43D9-AA5C-4CFBDCD681B6}" srcOrd="0" destOrd="0" presId="urn:microsoft.com/office/officeart/2005/8/layout/hierarchy5"/>
    <dgm:cxn modelId="{7B10DE46-801C-4889-849D-7EF97687CE02}" type="presParOf" srcId="{108780FD-0A93-4A74-AF64-C1393D29803B}" destId="{04453B28-718F-431E-8B5E-F3A1AF6CB338}" srcOrd="1" destOrd="0" presId="urn:microsoft.com/office/officeart/2005/8/layout/hierarchy5"/>
    <dgm:cxn modelId="{A812A759-3877-4636-A946-B73C81C4EEED}" type="presParOf" srcId="{541B8C03-8B2B-4338-BED1-C7CF11331049}" destId="{A7F2BE93-744E-4CAF-9174-6C320444C17D}" srcOrd="1" destOrd="0" presId="urn:microsoft.com/office/officeart/2005/8/layout/hierarchy5"/>
    <dgm:cxn modelId="{27D05E94-9016-491D-8E0A-B528D1299518}" type="presParOf" srcId="{A7F2BE93-744E-4CAF-9174-6C320444C17D}" destId="{89AF617C-196C-41CF-9373-F4905C0497D0}" srcOrd="0" destOrd="0" presId="urn:microsoft.com/office/officeart/2005/8/layout/hierarchy5"/>
    <dgm:cxn modelId="{81622A89-4E09-4702-9C3D-10EF1855329B}" type="presParOf" srcId="{541B8C03-8B2B-4338-BED1-C7CF11331049}" destId="{697468E5-4F71-47EF-B32C-00881024AAF1}" srcOrd="2" destOrd="0" presId="urn:microsoft.com/office/officeart/2005/8/layout/hierarchy5"/>
    <dgm:cxn modelId="{9E18A907-1722-486C-90F6-E9E6D2000FE8}" type="presParOf" srcId="{697468E5-4F71-47EF-B32C-00881024AAF1}" destId="{C73B8CF5-6DAB-4AF0-9ABD-A9FC7F3280D5}" srcOrd="0" destOrd="0" presId="urn:microsoft.com/office/officeart/2005/8/layout/hierarchy5"/>
    <dgm:cxn modelId="{5A146E0A-2793-46D8-BF93-2CEF8DB4C6DA}" type="presParOf" srcId="{697468E5-4F71-47EF-B32C-00881024AAF1}" destId="{DD080B61-8404-4945-98C6-9C0B0360715A}" srcOrd="1" destOrd="0" presId="urn:microsoft.com/office/officeart/2005/8/layout/hierarchy5"/>
    <dgm:cxn modelId="{A364D152-D6FC-4D8E-9BE6-69B38793B73B}" type="presParOf" srcId="{541B8C03-8B2B-4338-BED1-C7CF11331049}" destId="{40A3B2AA-BAFF-4D34-876B-D183DBDCCCBE}" srcOrd="3" destOrd="0" presId="urn:microsoft.com/office/officeart/2005/8/layout/hierarchy5"/>
    <dgm:cxn modelId="{CF3B0B3F-1DA9-40DB-9BF1-FFB022AC4B74}" type="presParOf" srcId="{40A3B2AA-BAFF-4D34-876B-D183DBDCCCBE}" destId="{9D2FD6BC-BC43-4297-BCA4-4FF1194DCEE8}" srcOrd="0" destOrd="0" presId="urn:microsoft.com/office/officeart/2005/8/layout/hierarchy5"/>
    <dgm:cxn modelId="{D4E9C77A-318C-488F-A380-A989A8F4E13E}" type="presParOf" srcId="{541B8C03-8B2B-4338-BED1-C7CF11331049}" destId="{22E12FC5-B947-49E6-B938-3B407222983D}" srcOrd="4" destOrd="0" presId="urn:microsoft.com/office/officeart/2005/8/layout/hierarchy5"/>
    <dgm:cxn modelId="{1DFE11D3-7CBC-4A9D-AE8F-34FE4D38B762}" type="presParOf" srcId="{22E12FC5-B947-49E6-B938-3B407222983D}" destId="{105B2A8A-23C5-4A24-B2B6-C0C801EDD45D}" srcOrd="0" destOrd="0" presId="urn:microsoft.com/office/officeart/2005/8/layout/hierarchy5"/>
    <dgm:cxn modelId="{2A0D1AB9-FFDA-4616-A083-B9C8468B0712}" type="presParOf" srcId="{22E12FC5-B947-49E6-B938-3B407222983D}" destId="{32FA9196-D8E0-44A3-AE7F-EEE1693CD4CA}"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33071B-EB97-42DC-9598-132FF0BD3B62}"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IN"/>
        </a:p>
      </dgm:t>
    </dgm:pt>
    <dgm:pt modelId="{C5D686BE-53E8-477C-A5E8-327DCB54A007}">
      <dgm:prSet custT="1"/>
      <dgm:spPr/>
      <dgm:t>
        <a:bodyPr/>
        <a:lstStyle/>
        <a:p>
          <a:r>
            <a:rPr lang="en-US" sz="2000" dirty="0"/>
            <a:t>Machine learning models cannot understand text directly</a:t>
          </a:r>
          <a:r>
            <a:rPr lang="en-US" sz="2800" dirty="0"/>
            <a:t>.</a:t>
          </a:r>
          <a:endParaRPr lang="en-IN" sz="2800" dirty="0"/>
        </a:p>
      </dgm:t>
    </dgm:pt>
    <dgm:pt modelId="{731FF846-7D21-4D64-9C0A-32996A91E5B2}" type="parTrans" cxnId="{0D72D7EA-9C01-47EF-8A6B-DAC37A20B26E}">
      <dgm:prSet/>
      <dgm:spPr/>
      <dgm:t>
        <a:bodyPr/>
        <a:lstStyle/>
        <a:p>
          <a:endParaRPr lang="en-IN"/>
        </a:p>
      </dgm:t>
    </dgm:pt>
    <dgm:pt modelId="{8682E548-E7F2-4812-AD36-66F76D754C1B}" type="sibTrans" cxnId="{0D72D7EA-9C01-47EF-8A6B-DAC37A20B26E}">
      <dgm:prSet/>
      <dgm:spPr/>
      <dgm:t>
        <a:bodyPr/>
        <a:lstStyle/>
        <a:p>
          <a:endParaRPr lang="en-IN"/>
        </a:p>
      </dgm:t>
    </dgm:pt>
    <dgm:pt modelId="{1B432895-F8FD-4B22-9256-F531FDB3D136}">
      <dgm:prSet custT="1"/>
      <dgm:spPr/>
      <dgm:t>
        <a:bodyPr/>
        <a:lstStyle/>
        <a:p>
          <a:r>
            <a:rPr lang="en-US" sz="2000" dirty="0"/>
            <a:t>Therefore, we use TF-IDF (Term Frequency – Inverse Document Frequency) vectorization technique.</a:t>
          </a:r>
          <a:endParaRPr lang="en-IN" sz="2000" dirty="0"/>
        </a:p>
      </dgm:t>
    </dgm:pt>
    <dgm:pt modelId="{298C5783-11A1-4DE6-959A-8ED6B914790D}" type="parTrans" cxnId="{891BAA18-9E3C-4FF1-AC39-18036C6D0A8A}">
      <dgm:prSet/>
      <dgm:spPr/>
      <dgm:t>
        <a:bodyPr/>
        <a:lstStyle/>
        <a:p>
          <a:endParaRPr lang="en-IN"/>
        </a:p>
      </dgm:t>
    </dgm:pt>
    <dgm:pt modelId="{82F980A4-0EE5-4413-8062-AFA41C031FDF}" type="sibTrans" cxnId="{891BAA18-9E3C-4FF1-AC39-18036C6D0A8A}">
      <dgm:prSet/>
      <dgm:spPr/>
      <dgm:t>
        <a:bodyPr/>
        <a:lstStyle/>
        <a:p>
          <a:endParaRPr lang="en-IN"/>
        </a:p>
      </dgm:t>
    </dgm:pt>
    <dgm:pt modelId="{5A3A9F80-8DD3-4E15-8F85-35572973EA80}">
      <dgm:prSet custT="1"/>
      <dgm:spPr/>
      <dgm:t>
        <a:bodyPr/>
        <a:lstStyle/>
        <a:p>
          <a:r>
            <a:rPr lang="en-US" sz="2000" dirty="0"/>
            <a:t>TF-IDF:</a:t>
          </a:r>
          <a:endParaRPr lang="en-IN" sz="2000" dirty="0"/>
        </a:p>
      </dgm:t>
    </dgm:pt>
    <dgm:pt modelId="{786464EB-047E-421C-AD24-5BE19D6E74D6}" type="parTrans" cxnId="{4BBA76B0-C8EE-4B1B-9922-79EBAF267CD3}">
      <dgm:prSet/>
      <dgm:spPr/>
      <dgm:t>
        <a:bodyPr/>
        <a:lstStyle/>
        <a:p>
          <a:endParaRPr lang="en-IN"/>
        </a:p>
      </dgm:t>
    </dgm:pt>
    <dgm:pt modelId="{6AF56979-F1D2-4D78-9ED3-91D61475BB90}" type="sibTrans" cxnId="{4BBA76B0-C8EE-4B1B-9922-79EBAF267CD3}">
      <dgm:prSet/>
      <dgm:spPr/>
      <dgm:t>
        <a:bodyPr/>
        <a:lstStyle/>
        <a:p>
          <a:endParaRPr lang="en-IN"/>
        </a:p>
      </dgm:t>
    </dgm:pt>
    <dgm:pt modelId="{FEBBB2CA-F461-43BB-A82E-2665BAEA35C0}">
      <dgm:prSet custT="1"/>
      <dgm:spPr/>
      <dgm:t>
        <a:bodyPr/>
        <a:lstStyle/>
        <a:p>
          <a:r>
            <a:rPr lang="en-US" sz="2000" dirty="0"/>
            <a:t>Converts text into numerical form</a:t>
          </a:r>
          <a:endParaRPr lang="en-IN" sz="2000" dirty="0"/>
        </a:p>
      </dgm:t>
    </dgm:pt>
    <dgm:pt modelId="{B71A0ADB-CA5B-4705-9757-2E5CC0398380}" type="parTrans" cxnId="{65FBEFB4-067C-45C6-91AB-A240DB93EE71}">
      <dgm:prSet/>
      <dgm:spPr/>
      <dgm:t>
        <a:bodyPr/>
        <a:lstStyle/>
        <a:p>
          <a:endParaRPr lang="en-IN"/>
        </a:p>
      </dgm:t>
    </dgm:pt>
    <dgm:pt modelId="{BC948E68-AF4B-4FD8-8980-415911F97704}" type="sibTrans" cxnId="{65FBEFB4-067C-45C6-91AB-A240DB93EE71}">
      <dgm:prSet/>
      <dgm:spPr/>
      <dgm:t>
        <a:bodyPr/>
        <a:lstStyle/>
        <a:p>
          <a:endParaRPr lang="en-IN"/>
        </a:p>
      </dgm:t>
    </dgm:pt>
    <dgm:pt modelId="{17F3700E-BEFF-43EB-8628-FB23223FCBC6}">
      <dgm:prSet custT="1"/>
      <dgm:spPr/>
      <dgm:t>
        <a:bodyPr/>
        <a:lstStyle/>
        <a:p>
          <a:r>
            <a:rPr lang="en-US" sz="2000" dirty="0"/>
            <a:t>Gives importance to meaningful words</a:t>
          </a:r>
          <a:endParaRPr lang="en-IN" sz="2000" dirty="0"/>
        </a:p>
      </dgm:t>
    </dgm:pt>
    <dgm:pt modelId="{C9D418C4-8A0D-4DC9-BDA4-EEAEEB7327E4}" type="parTrans" cxnId="{00CE7AC3-C44F-4F96-88D3-44D1ADBE58C1}">
      <dgm:prSet/>
      <dgm:spPr/>
      <dgm:t>
        <a:bodyPr/>
        <a:lstStyle/>
        <a:p>
          <a:endParaRPr lang="en-IN"/>
        </a:p>
      </dgm:t>
    </dgm:pt>
    <dgm:pt modelId="{D7326DAE-AE96-4135-886C-1D552890E9E6}" type="sibTrans" cxnId="{00CE7AC3-C44F-4F96-88D3-44D1ADBE58C1}">
      <dgm:prSet/>
      <dgm:spPr/>
      <dgm:t>
        <a:bodyPr/>
        <a:lstStyle/>
        <a:p>
          <a:endParaRPr lang="en-IN"/>
        </a:p>
      </dgm:t>
    </dgm:pt>
    <dgm:pt modelId="{25A54883-E305-487C-90E4-D254D15CFB41}">
      <dgm:prSet custT="1"/>
      <dgm:spPr/>
      <dgm:t>
        <a:bodyPr/>
        <a:lstStyle/>
        <a:p>
          <a:r>
            <a:rPr lang="en-US" sz="2000" dirty="0"/>
            <a:t>Reduces the effect of common words</a:t>
          </a:r>
          <a:endParaRPr lang="en-IN" sz="2000" dirty="0"/>
        </a:p>
      </dgm:t>
    </dgm:pt>
    <dgm:pt modelId="{6F805128-D796-4016-8595-62BF6D0329C9}" type="parTrans" cxnId="{117E7489-2D78-4726-8980-D8B24AAA83F6}">
      <dgm:prSet/>
      <dgm:spPr/>
      <dgm:t>
        <a:bodyPr/>
        <a:lstStyle/>
        <a:p>
          <a:endParaRPr lang="en-IN"/>
        </a:p>
      </dgm:t>
    </dgm:pt>
    <dgm:pt modelId="{5AC12D75-18DE-46CF-9BEE-EB085AF257BD}" type="sibTrans" cxnId="{117E7489-2D78-4726-8980-D8B24AAA83F6}">
      <dgm:prSet/>
      <dgm:spPr/>
      <dgm:t>
        <a:bodyPr/>
        <a:lstStyle/>
        <a:p>
          <a:endParaRPr lang="en-IN"/>
        </a:p>
      </dgm:t>
    </dgm:pt>
    <dgm:pt modelId="{E5BAA92B-0778-4AAC-B8A4-3129B647FC96}">
      <dgm:prSet custT="1"/>
      <dgm:spPr/>
      <dgm:t>
        <a:bodyPr/>
        <a:lstStyle/>
        <a:p>
          <a:r>
            <a:rPr lang="en-US" sz="2000" dirty="0"/>
            <a:t>This helps the model understand the context of the news.</a:t>
          </a:r>
          <a:endParaRPr lang="en-IN" sz="2000" dirty="0"/>
        </a:p>
      </dgm:t>
    </dgm:pt>
    <dgm:pt modelId="{A6DF6BA5-085C-45F6-991A-10521634715A}" type="parTrans" cxnId="{2B65108A-4E25-49B6-8B27-651B886971B3}">
      <dgm:prSet/>
      <dgm:spPr/>
      <dgm:t>
        <a:bodyPr/>
        <a:lstStyle/>
        <a:p>
          <a:endParaRPr lang="en-IN"/>
        </a:p>
      </dgm:t>
    </dgm:pt>
    <dgm:pt modelId="{C7971AA2-E43B-4EBB-B253-D2C4426A34C4}" type="sibTrans" cxnId="{2B65108A-4E25-49B6-8B27-651B886971B3}">
      <dgm:prSet/>
      <dgm:spPr/>
      <dgm:t>
        <a:bodyPr/>
        <a:lstStyle/>
        <a:p>
          <a:endParaRPr lang="en-IN"/>
        </a:p>
      </dgm:t>
    </dgm:pt>
    <dgm:pt modelId="{30ED577A-BC3E-4ED0-B91F-4EDBD19382BF}" type="pres">
      <dgm:prSet presAssocID="{B633071B-EB97-42DC-9598-132FF0BD3B62}" presName="outerComposite" presStyleCnt="0">
        <dgm:presLayoutVars>
          <dgm:chMax val="5"/>
          <dgm:dir/>
          <dgm:resizeHandles val="exact"/>
        </dgm:presLayoutVars>
      </dgm:prSet>
      <dgm:spPr/>
    </dgm:pt>
    <dgm:pt modelId="{44010FD4-3A30-4342-82C8-F51B7C608A9C}" type="pres">
      <dgm:prSet presAssocID="{B633071B-EB97-42DC-9598-132FF0BD3B62}" presName="dummyMaxCanvas" presStyleCnt="0">
        <dgm:presLayoutVars/>
      </dgm:prSet>
      <dgm:spPr/>
    </dgm:pt>
    <dgm:pt modelId="{82F80230-558D-46CB-954C-06B16A6CD6C1}" type="pres">
      <dgm:prSet presAssocID="{B633071B-EB97-42DC-9598-132FF0BD3B62}" presName="FourNodes_1" presStyleLbl="node1" presStyleIdx="0" presStyleCnt="4">
        <dgm:presLayoutVars>
          <dgm:bulletEnabled val="1"/>
        </dgm:presLayoutVars>
      </dgm:prSet>
      <dgm:spPr/>
    </dgm:pt>
    <dgm:pt modelId="{DE51F4F8-12B6-4F78-8D1E-BE639569C669}" type="pres">
      <dgm:prSet presAssocID="{B633071B-EB97-42DC-9598-132FF0BD3B62}" presName="FourNodes_2" presStyleLbl="node1" presStyleIdx="1" presStyleCnt="4">
        <dgm:presLayoutVars>
          <dgm:bulletEnabled val="1"/>
        </dgm:presLayoutVars>
      </dgm:prSet>
      <dgm:spPr/>
    </dgm:pt>
    <dgm:pt modelId="{66828668-FB81-4934-B08A-0846337F8F0A}" type="pres">
      <dgm:prSet presAssocID="{B633071B-EB97-42DC-9598-132FF0BD3B62}" presName="FourNodes_3" presStyleLbl="node1" presStyleIdx="2" presStyleCnt="4" custScaleY="127876" custLinFactNeighborX="2492" custLinFactNeighborY="16100">
        <dgm:presLayoutVars>
          <dgm:bulletEnabled val="1"/>
        </dgm:presLayoutVars>
      </dgm:prSet>
      <dgm:spPr/>
    </dgm:pt>
    <dgm:pt modelId="{2B2D2595-D7A0-4DFE-B4CC-E67D380B2352}" type="pres">
      <dgm:prSet presAssocID="{B633071B-EB97-42DC-9598-132FF0BD3B62}" presName="FourNodes_4" presStyleLbl="node1" presStyleIdx="3" presStyleCnt="4" custScaleY="69831" custLinFactNeighborX="0" custLinFactNeighborY="19551">
        <dgm:presLayoutVars>
          <dgm:bulletEnabled val="1"/>
        </dgm:presLayoutVars>
      </dgm:prSet>
      <dgm:spPr/>
    </dgm:pt>
    <dgm:pt modelId="{CE5C4AE7-017C-4F2E-AAEC-FE57DA3BB146}" type="pres">
      <dgm:prSet presAssocID="{B633071B-EB97-42DC-9598-132FF0BD3B62}" presName="FourConn_1-2" presStyleLbl="fgAccFollowNode1" presStyleIdx="0" presStyleCnt="3">
        <dgm:presLayoutVars>
          <dgm:bulletEnabled val="1"/>
        </dgm:presLayoutVars>
      </dgm:prSet>
      <dgm:spPr/>
    </dgm:pt>
    <dgm:pt modelId="{5F4A4892-0161-4A35-AB28-A55C7A34917B}" type="pres">
      <dgm:prSet presAssocID="{B633071B-EB97-42DC-9598-132FF0BD3B62}" presName="FourConn_2-3" presStyleLbl="fgAccFollowNode1" presStyleIdx="1" presStyleCnt="3">
        <dgm:presLayoutVars>
          <dgm:bulletEnabled val="1"/>
        </dgm:presLayoutVars>
      </dgm:prSet>
      <dgm:spPr/>
    </dgm:pt>
    <dgm:pt modelId="{F40F4A3E-5283-4DA6-8F12-3A24024008BB}" type="pres">
      <dgm:prSet presAssocID="{B633071B-EB97-42DC-9598-132FF0BD3B62}" presName="FourConn_3-4" presStyleLbl="fgAccFollowNode1" presStyleIdx="2" presStyleCnt="3">
        <dgm:presLayoutVars>
          <dgm:bulletEnabled val="1"/>
        </dgm:presLayoutVars>
      </dgm:prSet>
      <dgm:spPr/>
    </dgm:pt>
    <dgm:pt modelId="{4D1ABDD8-4435-458C-99F4-22677AFEBA38}" type="pres">
      <dgm:prSet presAssocID="{B633071B-EB97-42DC-9598-132FF0BD3B62}" presName="FourNodes_1_text" presStyleLbl="node1" presStyleIdx="3" presStyleCnt="4">
        <dgm:presLayoutVars>
          <dgm:bulletEnabled val="1"/>
        </dgm:presLayoutVars>
      </dgm:prSet>
      <dgm:spPr/>
    </dgm:pt>
    <dgm:pt modelId="{E0BFCF0B-13AE-4779-BF0D-0CD8CF937B57}" type="pres">
      <dgm:prSet presAssocID="{B633071B-EB97-42DC-9598-132FF0BD3B62}" presName="FourNodes_2_text" presStyleLbl="node1" presStyleIdx="3" presStyleCnt="4">
        <dgm:presLayoutVars>
          <dgm:bulletEnabled val="1"/>
        </dgm:presLayoutVars>
      </dgm:prSet>
      <dgm:spPr/>
    </dgm:pt>
    <dgm:pt modelId="{DB42CF40-2A1D-4135-BAB7-F1EEAB08F771}" type="pres">
      <dgm:prSet presAssocID="{B633071B-EB97-42DC-9598-132FF0BD3B62}" presName="FourNodes_3_text" presStyleLbl="node1" presStyleIdx="3" presStyleCnt="4">
        <dgm:presLayoutVars>
          <dgm:bulletEnabled val="1"/>
        </dgm:presLayoutVars>
      </dgm:prSet>
      <dgm:spPr/>
    </dgm:pt>
    <dgm:pt modelId="{D0A618B6-28E5-4187-9EFF-59291ED1288A}" type="pres">
      <dgm:prSet presAssocID="{B633071B-EB97-42DC-9598-132FF0BD3B62}" presName="FourNodes_4_text" presStyleLbl="node1" presStyleIdx="3" presStyleCnt="4">
        <dgm:presLayoutVars>
          <dgm:bulletEnabled val="1"/>
        </dgm:presLayoutVars>
      </dgm:prSet>
      <dgm:spPr/>
    </dgm:pt>
  </dgm:ptLst>
  <dgm:cxnLst>
    <dgm:cxn modelId="{51993A02-5D85-4690-8A01-92B8FCDB4A57}" type="presOf" srcId="{E5BAA92B-0778-4AAC-B8A4-3129B647FC96}" destId="{D0A618B6-28E5-4187-9EFF-59291ED1288A}" srcOrd="1" destOrd="0" presId="urn:microsoft.com/office/officeart/2005/8/layout/vProcess5"/>
    <dgm:cxn modelId="{891BAA18-9E3C-4FF1-AC39-18036C6D0A8A}" srcId="{B633071B-EB97-42DC-9598-132FF0BD3B62}" destId="{1B432895-F8FD-4B22-9256-F531FDB3D136}" srcOrd="1" destOrd="0" parTransId="{298C5783-11A1-4DE6-959A-8ED6B914790D}" sibTransId="{82F980A4-0EE5-4413-8062-AFA41C031FDF}"/>
    <dgm:cxn modelId="{AA22D320-E950-452D-8BA8-DD1671EF4311}" type="presOf" srcId="{5A3A9F80-8DD3-4E15-8F85-35572973EA80}" destId="{66828668-FB81-4934-B08A-0846337F8F0A}" srcOrd="0" destOrd="0" presId="urn:microsoft.com/office/officeart/2005/8/layout/vProcess5"/>
    <dgm:cxn modelId="{C424EC2D-EC11-4ACE-AAAB-5F7733DC3380}" type="presOf" srcId="{5A3A9F80-8DD3-4E15-8F85-35572973EA80}" destId="{DB42CF40-2A1D-4135-BAB7-F1EEAB08F771}" srcOrd="1" destOrd="0" presId="urn:microsoft.com/office/officeart/2005/8/layout/vProcess5"/>
    <dgm:cxn modelId="{5BAD1A37-B7D3-49FA-9C69-4A6F9D277CA4}" type="presOf" srcId="{1B432895-F8FD-4B22-9256-F531FDB3D136}" destId="{DE51F4F8-12B6-4F78-8D1E-BE639569C669}" srcOrd="0" destOrd="0" presId="urn:microsoft.com/office/officeart/2005/8/layout/vProcess5"/>
    <dgm:cxn modelId="{E9956A51-745B-4F4B-A1F6-BAFAB4DA7FE5}" type="presOf" srcId="{82F980A4-0EE5-4413-8062-AFA41C031FDF}" destId="{5F4A4892-0161-4A35-AB28-A55C7A34917B}" srcOrd="0" destOrd="0" presId="urn:microsoft.com/office/officeart/2005/8/layout/vProcess5"/>
    <dgm:cxn modelId="{78F11C72-3B3D-4A57-B9A8-055A0BF959D3}" type="presOf" srcId="{17F3700E-BEFF-43EB-8628-FB23223FCBC6}" destId="{DB42CF40-2A1D-4135-BAB7-F1EEAB08F771}" srcOrd="1" destOrd="2" presId="urn:microsoft.com/office/officeart/2005/8/layout/vProcess5"/>
    <dgm:cxn modelId="{6E521A55-93D9-4385-920B-74B102EB3FB1}" type="presOf" srcId="{C5D686BE-53E8-477C-A5E8-327DCB54A007}" destId="{4D1ABDD8-4435-458C-99F4-22677AFEBA38}" srcOrd="1" destOrd="0" presId="urn:microsoft.com/office/officeart/2005/8/layout/vProcess5"/>
    <dgm:cxn modelId="{6FFFD757-70C2-430D-B13B-C14D07845FF7}" type="presOf" srcId="{25A54883-E305-487C-90E4-D254D15CFB41}" destId="{66828668-FB81-4934-B08A-0846337F8F0A}" srcOrd="0" destOrd="3" presId="urn:microsoft.com/office/officeart/2005/8/layout/vProcess5"/>
    <dgm:cxn modelId="{8881E179-6E0F-4790-9095-021FBA2A9FF5}" type="presOf" srcId="{E5BAA92B-0778-4AAC-B8A4-3129B647FC96}" destId="{2B2D2595-D7A0-4DFE-B4CC-E67D380B2352}" srcOrd="0" destOrd="0" presId="urn:microsoft.com/office/officeart/2005/8/layout/vProcess5"/>
    <dgm:cxn modelId="{BD6B2D84-78B5-4AF8-A286-BF0EC8435FF1}" type="presOf" srcId="{8682E548-E7F2-4812-AD36-66F76D754C1B}" destId="{CE5C4AE7-017C-4F2E-AAEC-FE57DA3BB146}" srcOrd="0" destOrd="0" presId="urn:microsoft.com/office/officeart/2005/8/layout/vProcess5"/>
    <dgm:cxn modelId="{117E7489-2D78-4726-8980-D8B24AAA83F6}" srcId="{5A3A9F80-8DD3-4E15-8F85-35572973EA80}" destId="{25A54883-E305-487C-90E4-D254D15CFB41}" srcOrd="2" destOrd="0" parTransId="{6F805128-D796-4016-8595-62BF6D0329C9}" sibTransId="{5AC12D75-18DE-46CF-9BEE-EB085AF257BD}"/>
    <dgm:cxn modelId="{2B65108A-4E25-49B6-8B27-651B886971B3}" srcId="{B633071B-EB97-42DC-9598-132FF0BD3B62}" destId="{E5BAA92B-0778-4AAC-B8A4-3129B647FC96}" srcOrd="3" destOrd="0" parTransId="{A6DF6BA5-085C-45F6-991A-10521634715A}" sibTransId="{C7971AA2-E43B-4EBB-B253-D2C4426A34C4}"/>
    <dgm:cxn modelId="{8914378A-6254-4917-9CEE-A715E2E2F764}" type="presOf" srcId="{FEBBB2CA-F461-43BB-A82E-2665BAEA35C0}" destId="{DB42CF40-2A1D-4135-BAB7-F1EEAB08F771}" srcOrd="1" destOrd="1" presId="urn:microsoft.com/office/officeart/2005/8/layout/vProcess5"/>
    <dgm:cxn modelId="{B0E72C97-3A6E-4B42-BF5F-CA2F1B8FE09B}" type="presOf" srcId="{C5D686BE-53E8-477C-A5E8-327DCB54A007}" destId="{82F80230-558D-46CB-954C-06B16A6CD6C1}" srcOrd="0" destOrd="0" presId="urn:microsoft.com/office/officeart/2005/8/layout/vProcess5"/>
    <dgm:cxn modelId="{4BBA76B0-C8EE-4B1B-9922-79EBAF267CD3}" srcId="{B633071B-EB97-42DC-9598-132FF0BD3B62}" destId="{5A3A9F80-8DD3-4E15-8F85-35572973EA80}" srcOrd="2" destOrd="0" parTransId="{786464EB-047E-421C-AD24-5BE19D6E74D6}" sibTransId="{6AF56979-F1D2-4D78-9ED3-91D61475BB90}"/>
    <dgm:cxn modelId="{65FBEFB4-067C-45C6-91AB-A240DB93EE71}" srcId="{5A3A9F80-8DD3-4E15-8F85-35572973EA80}" destId="{FEBBB2CA-F461-43BB-A82E-2665BAEA35C0}" srcOrd="0" destOrd="0" parTransId="{B71A0ADB-CA5B-4705-9757-2E5CC0398380}" sibTransId="{BC948E68-AF4B-4FD8-8980-415911F97704}"/>
    <dgm:cxn modelId="{6CFE52BB-3D1E-4D72-9C40-6EC9F7967D1F}" type="presOf" srcId="{17F3700E-BEFF-43EB-8628-FB23223FCBC6}" destId="{66828668-FB81-4934-B08A-0846337F8F0A}" srcOrd="0" destOrd="2" presId="urn:microsoft.com/office/officeart/2005/8/layout/vProcess5"/>
    <dgm:cxn modelId="{00CE7AC3-C44F-4F96-88D3-44D1ADBE58C1}" srcId="{5A3A9F80-8DD3-4E15-8F85-35572973EA80}" destId="{17F3700E-BEFF-43EB-8628-FB23223FCBC6}" srcOrd="1" destOrd="0" parTransId="{C9D418C4-8A0D-4DC9-BDA4-EEAEEB7327E4}" sibTransId="{D7326DAE-AE96-4135-886C-1D552890E9E6}"/>
    <dgm:cxn modelId="{A46996D7-F9EA-46B0-9714-9286E6E94C4F}" type="presOf" srcId="{25A54883-E305-487C-90E4-D254D15CFB41}" destId="{DB42CF40-2A1D-4135-BAB7-F1EEAB08F771}" srcOrd="1" destOrd="3" presId="urn:microsoft.com/office/officeart/2005/8/layout/vProcess5"/>
    <dgm:cxn modelId="{D7042DDA-1442-4FF4-8FAA-1DCDE939E535}" type="presOf" srcId="{1B432895-F8FD-4B22-9256-F531FDB3D136}" destId="{E0BFCF0B-13AE-4779-BF0D-0CD8CF937B57}" srcOrd="1" destOrd="0" presId="urn:microsoft.com/office/officeart/2005/8/layout/vProcess5"/>
    <dgm:cxn modelId="{28C10ADE-3EE4-4FAF-AB0E-602248275695}" type="presOf" srcId="{FEBBB2CA-F461-43BB-A82E-2665BAEA35C0}" destId="{66828668-FB81-4934-B08A-0846337F8F0A}" srcOrd="0" destOrd="1" presId="urn:microsoft.com/office/officeart/2005/8/layout/vProcess5"/>
    <dgm:cxn modelId="{82C81AE6-A462-4425-8915-8721E7BEACF0}" type="presOf" srcId="{B633071B-EB97-42DC-9598-132FF0BD3B62}" destId="{30ED577A-BC3E-4ED0-B91F-4EDBD19382BF}" srcOrd="0" destOrd="0" presId="urn:microsoft.com/office/officeart/2005/8/layout/vProcess5"/>
    <dgm:cxn modelId="{0D72D7EA-9C01-47EF-8A6B-DAC37A20B26E}" srcId="{B633071B-EB97-42DC-9598-132FF0BD3B62}" destId="{C5D686BE-53E8-477C-A5E8-327DCB54A007}" srcOrd="0" destOrd="0" parTransId="{731FF846-7D21-4D64-9C0A-32996A91E5B2}" sibTransId="{8682E548-E7F2-4812-AD36-66F76D754C1B}"/>
    <dgm:cxn modelId="{7B19A4F0-447A-4325-9E97-9EF2DA520F18}" type="presOf" srcId="{6AF56979-F1D2-4D78-9ED3-91D61475BB90}" destId="{F40F4A3E-5283-4DA6-8F12-3A24024008BB}" srcOrd="0" destOrd="0" presId="urn:microsoft.com/office/officeart/2005/8/layout/vProcess5"/>
    <dgm:cxn modelId="{6D3749C9-5C6B-41BA-99B2-B5FCFE3B592B}" type="presParOf" srcId="{30ED577A-BC3E-4ED0-B91F-4EDBD19382BF}" destId="{44010FD4-3A30-4342-82C8-F51B7C608A9C}" srcOrd="0" destOrd="0" presId="urn:microsoft.com/office/officeart/2005/8/layout/vProcess5"/>
    <dgm:cxn modelId="{DD45EB3F-76AC-49BF-9BD8-28B53C85F96F}" type="presParOf" srcId="{30ED577A-BC3E-4ED0-B91F-4EDBD19382BF}" destId="{82F80230-558D-46CB-954C-06B16A6CD6C1}" srcOrd="1" destOrd="0" presId="urn:microsoft.com/office/officeart/2005/8/layout/vProcess5"/>
    <dgm:cxn modelId="{9E37ABE8-A397-427D-AF71-7F963FA11555}" type="presParOf" srcId="{30ED577A-BC3E-4ED0-B91F-4EDBD19382BF}" destId="{DE51F4F8-12B6-4F78-8D1E-BE639569C669}" srcOrd="2" destOrd="0" presId="urn:microsoft.com/office/officeart/2005/8/layout/vProcess5"/>
    <dgm:cxn modelId="{F63225E5-C598-4B0A-BEF5-3C95BD816F6E}" type="presParOf" srcId="{30ED577A-BC3E-4ED0-B91F-4EDBD19382BF}" destId="{66828668-FB81-4934-B08A-0846337F8F0A}" srcOrd="3" destOrd="0" presId="urn:microsoft.com/office/officeart/2005/8/layout/vProcess5"/>
    <dgm:cxn modelId="{54399E3D-9B80-4F4C-B5F5-031A2FC708C0}" type="presParOf" srcId="{30ED577A-BC3E-4ED0-B91F-4EDBD19382BF}" destId="{2B2D2595-D7A0-4DFE-B4CC-E67D380B2352}" srcOrd="4" destOrd="0" presId="urn:microsoft.com/office/officeart/2005/8/layout/vProcess5"/>
    <dgm:cxn modelId="{C1AEDB32-5EE4-4334-B62D-14A3FB451981}" type="presParOf" srcId="{30ED577A-BC3E-4ED0-B91F-4EDBD19382BF}" destId="{CE5C4AE7-017C-4F2E-AAEC-FE57DA3BB146}" srcOrd="5" destOrd="0" presId="urn:microsoft.com/office/officeart/2005/8/layout/vProcess5"/>
    <dgm:cxn modelId="{8CA9870A-33F5-4D25-ACDB-2A6CF9797516}" type="presParOf" srcId="{30ED577A-BC3E-4ED0-B91F-4EDBD19382BF}" destId="{5F4A4892-0161-4A35-AB28-A55C7A34917B}" srcOrd="6" destOrd="0" presId="urn:microsoft.com/office/officeart/2005/8/layout/vProcess5"/>
    <dgm:cxn modelId="{E7E571CB-C3B7-4400-B8E1-C35E874BDFE0}" type="presParOf" srcId="{30ED577A-BC3E-4ED0-B91F-4EDBD19382BF}" destId="{F40F4A3E-5283-4DA6-8F12-3A24024008BB}" srcOrd="7" destOrd="0" presId="urn:microsoft.com/office/officeart/2005/8/layout/vProcess5"/>
    <dgm:cxn modelId="{060699CB-1264-46BB-98A9-7A531D8BB696}" type="presParOf" srcId="{30ED577A-BC3E-4ED0-B91F-4EDBD19382BF}" destId="{4D1ABDD8-4435-458C-99F4-22677AFEBA38}" srcOrd="8" destOrd="0" presId="urn:microsoft.com/office/officeart/2005/8/layout/vProcess5"/>
    <dgm:cxn modelId="{4E2E1409-7170-4752-AF42-A97CE05A9957}" type="presParOf" srcId="{30ED577A-BC3E-4ED0-B91F-4EDBD19382BF}" destId="{E0BFCF0B-13AE-4779-BF0D-0CD8CF937B57}" srcOrd="9" destOrd="0" presId="urn:microsoft.com/office/officeart/2005/8/layout/vProcess5"/>
    <dgm:cxn modelId="{2B98F9F9-ABB9-4556-9FA2-B39D1DA4B6EC}" type="presParOf" srcId="{30ED577A-BC3E-4ED0-B91F-4EDBD19382BF}" destId="{DB42CF40-2A1D-4135-BAB7-F1EEAB08F771}" srcOrd="10" destOrd="0" presId="urn:microsoft.com/office/officeart/2005/8/layout/vProcess5"/>
    <dgm:cxn modelId="{EE3667A0-8184-46CF-9464-98A7B972C132}" type="presParOf" srcId="{30ED577A-BC3E-4ED0-B91F-4EDBD19382BF}" destId="{D0A618B6-28E5-4187-9EFF-59291ED1288A}"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5AE732-F01A-4EEB-89AB-FE3D14DC82F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C1F56667-F80E-481E-B1FD-215220DBD214}">
      <dgm:prSet/>
      <dgm:spPr/>
      <dgm:t>
        <a:bodyPr/>
        <a:lstStyle/>
        <a:p>
          <a:r>
            <a:rPr lang="en-IN" dirty="0"/>
            <a:t>User Input (News Text)      </a:t>
          </a:r>
        </a:p>
      </dgm:t>
    </dgm:pt>
    <dgm:pt modelId="{8A68996B-A25E-4547-B332-6B4841AEDBF2}" type="parTrans" cxnId="{956BE37D-A792-42C1-9B5B-7E0AA2FFC76A}">
      <dgm:prSet/>
      <dgm:spPr/>
      <dgm:t>
        <a:bodyPr/>
        <a:lstStyle/>
        <a:p>
          <a:endParaRPr lang="en-IN"/>
        </a:p>
      </dgm:t>
    </dgm:pt>
    <dgm:pt modelId="{A26981E8-215D-4904-8AC7-4059E86D55C0}" type="sibTrans" cxnId="{956BE37D-A792-42C1-9B5B-7E0AA2FFC76A}">
      <dgm:prSet/>
      <dgm:spPr/>
      <dgm:t>
        <a:bodyPr/>
        <a:lstStyle/>
        <a:p>
          <a:endParaRPr lang="en-IN"/>
        </a:p>
      </dgm:t>
    </dgm:pt>
    <dgm:pt modelId="{ADF9536F-1498-4585-8B68-896CDB30B958}">
      <dgm:prSet/>
      <dgm:spPr/>
      <dgm:t>
        <a:bodyPr/>
        <a:lstStyle/>
        <a:p>
          <a:r>
            <a:rPr lang="en-IN"/>
            <a:t>⬇</a:t>
          </a:r>
        </a:p>
      </dgm:t>
    </dgm:pt>
    <dgm:pt modelId="{61D6833C-0A9B-4FA1-B67C-7B0665344DA1}" type="parTrans" cxnId="{E5AA53A5-DCBA-4404-9ED6-FD6BFB2AEE0D}">
      <dgm:prSet/>
      <dgm:spPr/>
      <dgm:t>
        <a:bodyPr/>
        <a:lstStyle/>
        <a:p>
          <a:endParaRPr lang="en-IN"/>
        </a:p>
      </dgm:t>
    </dgm:pt>
    <dgm:pt modelId="{7EA4C488-A59C-4E79-887F-B6B30127B65D}" type="sibTrans" cxnId="{E5AA53A5-DCBA-4404-9ED6-FD6BFB2AEE0D}">
      <dgm:prSet/>
      <dgm:spPr/>
      <dgm:t>
        <a:bodyPr/>
        <a:lstStyle/>
        <a:p>
          <a:endParaRPr lang="en-IN"/>
        </a:p>
      </dgm:t>
    </dgm:pt>
    <dgm:pt modelId="{F5B68A00-55C1-452F-B50B-904FC0306147}">
      <dgm:prSet/>
      <dgm:spPr/>
      <dgm:t>
        <a:bodyPr/>
        <a:lstStyle/>
        <a:p>
          <a:r>
            <a:rPr lang="en-IN"/>
            <a:t>Text Preprocessing(Cleaning, Stopwords Removal, Normalization)   </a:t>
          </a:r>
        </a:p>
      </dgm:t>
    </dgm:pt>
    <dgm:pt modelId="{8C5CB767-4115-4E49-BA24-5659DA455130}" type="parTrans" cxnId="{63CCF1E6-4C9A-43D2-9190-BAF4A60C948B}">
      <dgm:prSet/>
      <dgm:spPr/>
      <dgm:t>
        <a:bodyPr/>
        <a:lstStyle/>
        <a:p>
          <a:endParaRPr lang="en-IN"/>
        </a:p>
      </dgm:t>
    </dgm:pt>
    <dgm:pt modelId="{F22AEBFA-5B1A-444E-94C0-9B73522F8441}" type="sibTrans" cxnId="{63CCF1E6-4C9A-43D2-9190-BAF4A60C948B}">
      <dgm:prSet/>
      <dgm:spPr/>
      <dgm:t>
        <a:bodyPr/>
        <a:lstStyle/>
        <a:p>
          <a:endParaRPr lang="en-IN"/>
        </a:p>
      </dgm:t>
    </dgm:pt>
    <dgm:pt modelId="{393178E1-2460-495F-8A61-BD0D99F6E589}">
      <dgm:prSet/>
      <dgm:spPr/>
      <dgm:t>
        <a:bodyPr/>
        <a:lstStyle/>
        <a:p>
          <a:r>
            <a:rPr lang="en-IN"/>
            <a:t>Feature Extraction(TF-IDF Vectorization)       </a:t>
          </a:r>
        </a:p>
      </dgm:t>
    </dgm:pt>
    <dgm:pt modelId="{D461D054-3DBF-46F1-8544-23A594E4D6B2}" type="parTrans" cxnId="{202E8930-0E75-4F9C-969F-721388B6A8EC}">
      <dgm:prSet/>
      <dgm:spPr/>
      <dgm:t>
        <a:bodyPr/>
        <a:lstStyle/>
        <a:p>
          <a:endParaRPr lang="en-IN"/>
        </a:p>
      </dgm:t>
    </dgm:pt>
    <dgm:pt modelId="{A7FE4A67-4F38-4F30-8E51-C465933FDB50}" type="sibTrans" cxnId="{202E8930-0E75-4F9C-969F-721388B6A8EC}">
      <dgm:prSet/>
      <dgm:spPr/>
      <dgm:t>
        <a:bodyPr/>
        <a:lstStyle/>
        <a:p>
          <a:endParaRPr lang="en-IN"/>
        </a:p>
      </dgm:t>
    </dgm:pt>
    <dgm:pt modelId="{4F9D0818-4DD6-47DF-9A77-2242F2F9EF97}">
      <dgm:prSet/>
      <dgm:spPr/>
      <dgm:t>
        <a:bodyPr/>
        <a:lstStyle/>
        <a:p>
          <a:r>
            <a:rPr lang="en-IN"/>
            <a:t>⬇</a:t>
          </a:r>
        </a:p>
      </dgm:t>
    </dgm:pt>
    <dgm:pt modelId="{222D3ADF-D464-454F-8A62-0112D7EA88F7}" type="parTrans" cxnId="{5E6104EF-C1CA-46C4-8B8F-D8558620F523}">
      <dgm:prSet/>
      <dgm:spPr/>
      <dgm:t>
        <a:bodyPr/>
        <a:lstStyle/>
        <a:p>
          <a:endParaRPr lang="en-IN"/>
        </a:p>
      </dgm:t>
    </dgm:pt>
    <dgm:pt modelId="{78C463C3-C721-48F1-B833-F8B0C62B4055}" type="sibTrans" cxnId="{5E6104EF-C1CA-46C4-8B8F-D8558620F523}">
      <dgm:prSet/>
      <dgm:spPr/>
      <dgm:t>
        <a:bodyPr/>
        <a:lstStyle/>
        <a:p>
          <a:endParaRPr lang="en-IN"/>
        </a:p>
      </dgm:t>
    </dgm:pt>
    <dgm:pt modelId="{141C412E-25A3-415F-A4DB-62CBF33EED7D}">
      <dgm:prSet/>
      <dgm:spPr/>
      <dgm:t>
        <a:bodyPr/>
        <a:lstStyle/>
        <a:p>
          <a:r>
            <a:rPr lang="en-IN"/>
            <a:t>Machine Learning Model(Logistic Regression Classifier)        </a:t>
          </a:r>
        </a:p>
      </dgm:t>
    </dgm:pt>
    <dgm:pt modelId="{5A8512A9-B169-45FD-B887-CD480A17C57E}" type="parTrans" cxnId="{4FDBA972-F7F4-4393-B982-94297A87DADD}">
      <dgm:prSet/>
      <dgm:spPr/>
      <dgm:t>
        <a:bodyPr/>
        <a:lstStyle/>
        <a:p>
          <a:endParaRPr lang="en-IN"/>
        </a:p>
      </dgm:t>
    </dgm:pt>
    <dgm:pt modelId="{D8F12776-4552-4DF1-83D8-EE17ACE5499E}" type="sibTrans" cxnId="{4FDBA972-F7F4-4393-B982-94297A87DADD}">
      <dgm:prSet/>
      <dgm:spPr/>
      <dgm:t>
        <a:bodyPr/>
        <a:lstStyle/>
        <a:p>
          <a:endParaRPr lang="en-IN"/>
        </a:p>
      </dgm:t>
    </dgm:pt>
    <dgm:pt modelId="{DDC32072-BA91-43F2-AED0-1A28DF80F9B3}">
      <dgm:prSet/>
      <dgm:spPr/>
      <dgm:t>
        <a:bodyPr/>
        <a:lstStyle/>
        <a:p>
          <a:r>
            <a:rPr lang="en-IN"/>
            <a:t>⬇  </a:t>
          </a:r>
        </a:p>
      </dgm:t>
    </dgm:pt>
    <dgm:pt modelId="{858AAAA6-48FC-416E-9953-B6AE49A15850}" type="parTrans" cxnId="{037A1371-2C1F-42B5-A723-FA421E6E0D32}">
      <dgm:prSet/>
      <dgm:spPr/>
      <dgm:t>
        <a:bodyPr/>
        <a:lstStyle/>
        <a:p>
          <a:endParaRPr lang="en-IN"/>
        </a:p>
      </dgm:t>
    </dgm:pt>
    <dgm:pt modelId="{89991200-4F31-495A-9B86-E95DFCF0BF9A}" type="sibTrans" cxnId="{037A1371-2C1F-42B5-A723-FA421E6E0D32}">
      <dgm:prSet/>
      <dgm:spPr/>
      <dgm:t>
        <a:bodyPr/>
        <a:lstStyle/>
        <a:p>
          <a:endParaRPr lang="en-IN"/>
        </a:p>
      </dgm:t>
    </dgm:pt>
    <dgm:pt modelId="{54C7D2BE-1C92-4F92-B8E5-96F70E39C943}">
      <dgm:prSet/>
      <dgm:spPr/>
      <dgm:t>
        <a:bodyPr/>
        <a:lstStyle/>
        <a:p>
          <a:r>
            <a:rPr lang="en-IN"/>
            <a:t>Prediction Result(Real News / Fake News)</a:t>
          </a:r>
        </a:p>
      </dgm:t>
    </dgm:pt>
    <dgm:pt modelId="{F558AE01-3999-4894-A5D7-3FC63D0B9732}" type="parTrans" cxnId="{422F23DD-BEE4-44B7-95BD-C0525D2D9B1F}">
      <dgm:prSet/>
      <dgm:spPr/>
      <dgm:t>
        <a:bodyPr/>
        <a:lstStyle/>
        <a:p>
          <a:endParaRPr lang="en-IN"/>
        </a:p>
      </dgm:t>
    </dgm:pt>
    <dgm:pt modelId="{77F7AFEC-6332-41DB-B407-CAB04123A6D9}" type="sibTrans" cxnId="{422F23DD-BEE4-44B7-95BD-C0525D2D9B1F}">
      <dgm:prSet/>
      <dgm:spPr/>
      <dgm:t>
        <a:bodyPr/>
        <a:lstStyle/>
        <a:p>
          <a:endParaRPr lang="en-IN"/>
        </a:p>
      </dgm:t>
    </dgm:pt>
    <dgm:pt modelId="{AA2EAF59-D4DD-438E-A6A7-0545944279F7}" type="pres">
      <dgm:prSet presAssocID="{D35AE732-F01A-4EEB-89AB-FE3D14DC82FD}" presName="Name0" presStyleCnt="0">
        <dgm:presLayoutVars>
          <dgm:dir/>
          <dgm:animLvl val="lvl"/>
          <dgm:resizeHandles val="exact"/>
        </dgm:presLayoutVars>
      </dgm:prSet>
      <dgm:spPr/>
    </dgm:pt>
    <dgm:pt modelId="{599841D5-652F-4169-9950-FFE90F8CC435}" type="pres">
      <dgm:prSet presAssocID="{C1F56667-F80E-481E-B1FD-215220DBD214}" presName="linNode" presStyleCnt="0"/>
      <dgm:spPr/>
    </dgm:pt>
    <dgm:pt modelId="{2E36F97D-267E-4AD6-93DA-4BBDC1FB9F51}" type="pres">
      <dgm:prSet presAssocID="{C1F56667-F80E-481E-B1FD-215220DBD214}" presName="parentText" presStyleLbl="node1" presStyleIdx="0" presStyleCnt="8">
        <dgm:presLayoutVars>
          <dgm:chMax val="1"/>
          <dgm:bulletEnabled val="1"/>
        </dgm:presLayoutVars>
      </dgm:prSet>
      <dgm:spPr/>
    </dgm:pt>
    <dgm:pt modelId="{1D564C6A-207C-4CC0-9C74-9D96489EF47D}" type="pres">
      <dgm:prSet presAssocID="{A26981E8-215D-4904-8AC7-4059E86D55C0}" presName="sp" presStyleCnt="0"/>
      <dgm:spPr/>
    </dgm:pt>
    <dgm:pt modelId="{3CBE1BAC-3341-459B-B883-0867892F7F29}" type="pres">
      <dgm:prSet presAssocID="{ADF9536F-1498-4585-8B68-896CDB30B958}" presName="linNode" presStyleCnt="0"/>
      <dgm:spPr/>
    </dgm:pt>
    <dgm:pt modelId="{B96524D3-66A2-491A-9B7D-C9ADEFD4E3A3}" type="pres">
      <dgm:prSet presAssocID="{ADF9536F-1498-4585-8B68-896CDB30B958}" presName="parentText" presStyleLbl="node1" presStyleIdx="1" presStyleCnt="8">
        <dgm:presLayoutVars>
          <dgm:chMax val="1"/>
          <dgm:bulletEnabled val="1"/>
        </dgm:presLayoutVars>
      </dgm:prSet>
      <dgm:spPr/>
    </dgm:pt>
    <dgm:pt modelId="{3DAF2357-46BD-4523-8188-0EF0C42A15BB}" type="pres">
      <dgm:prSet presAssocID="{7EA4C488-A59C-4E79-887F-B6B30127B65D}" presName="sp" presStyleCnt="0"/>
      <dgm:spPr/>
    </dgm:pt>
    <dgm:pt modelId="{D415DEBB-C7CC-40BA-A9CB-F4D5991D1698}" type="pres">
      <dgm:prSet presAssocID="{F5B68A00-55C1-452F-B50B-904FC0306147}" presName="linNode" presStyleCnt="0"/>
      <dgm:spPr/>
    </dgm:pt>
    <dgm:pt modelId="{7D5F89EE-F91E-4D5C-8D0E-09915D5F0E31}" type="pres">
      <dgm:prSet presAssocID="{F5B68A00-55C1-452F-B50B-904FC0306147}" presName="parentText" presStyleLbl="node1" presStyleIdx="2" presStyleCnt="8">
        <dgm:presLayoutVars>
          <dgm:chMax val="1"/>
          <dgm:bulletEnabled val="1"/>
        </dgm:presLayoutVars>
      </dgm:prSet>
      <dgm:spPr/>
    </dgm:pt>
    <dgm:pt modelId="{04AFDA05-EAFA-4C93-862E-1B5F029B92EC}" type="pres">
      <dgm:prSet presAssocID="{F22AEBFA-5B1A-444E-94C0-9B73522F8441}" presName="sp" presStyleCnt="0"/>
      <dgm:spPr/>
    </dgm:pt>
    <dgm:pt modelId="{257ED8CD-E524-4747-93D2-DED79E8ECB0F}" type="pres">
      <dgm:prSet presAssocID="{393178E1-2460-495F-8A61-BD0D99F6E589}" presName="linNode" presStyleCnt="0"/>
      <dgm:spPr/>
    </dgm:pt>
    <dgm:pt modelId="{C7AFE0D4-49E8-40D1-ABEE-D56BC0BEACD4}" type="pres">
      <dgm:prSet presAssocID="{393178E1-2460-495F-8A61-BD0D99F6E589}" presName="parentText" presStyleLbl="node1" presStyleIdx="3" presStyleCnt="8">
        <dgm:presLayoutVars>
          <dgm:chMax val="1"/>
          <dgm:bulletEnabled val="1"/>
        </dgm:presLayoutVars>
      </dgm:prSet>
      <dgm:spPr/>
    </dgm:pt>
    <dgm:pt modelId="{A647F3F2-91AB-451A-AC88-82469400E2A4}" type="pres">
      <dgm:prSet presAssocID="{A7FE4A67-4F38-4F30-8E51-C465933FDB50}" presName="sp" presStyleCnt="0"/>
      <dgm:spPr/>
    </dgm:pt>
    <dgm:pt modelId="{62B09CB8-2877-476C-9D12-895F615FFCED}" type="pres">
      <dgm:prSet presAssocID="{4F9D0818-4DD6-47DF-9A77-2242F2F9EF97}" presName="linNode" presStyleCnt="0"/>
      <dgm:spPr/>
    </dgm:pt>
    <dgm:pt modelId="{19639A97-CA54-499D-91BE-BBC862E533DA}" type="pres">
      <dgm:prSet presAssocID="{4F9D0818-4DD6-47DF-9A77-2242F2F9EF97}" presName="parentText" presStyleLbl="node1" presStyleIdx="4" presStyleCnt="8">
        <dgm:presLayoutVars>
          <dgm:chMax val="1"/>
          <dgm:bulletEnabled val="1"/>
        </dgm:presLayoutVars>
      </dgm:prSet>
      <dgm:spPr/>
    </dgm:pt>
    <dgm:pt modelId="{1437F197-E168-4EBE-8129-E7341342F3DD}" type="pres">
      <dgm:prSet presAssocID="{78C463C3-C721-48F1-B833-F8B0C62B4055}" presName="sp" presStyleCnt="0"/>
      <dgm:spPr/>
    </dgm:pt>
    <dgm:pt modelId="{D8A7206C-459D-4864-BE0A-DA58D6DE960E}" type="pres">
      <dgm:prSet presAssocID="{141C412E-25A3-415F-A4DB-62CBF33EED7D}" presName="linNode" presStyleCnt="0"/>
      <dgm:spPr/>
    </dgm:pt>
    <dgm:pt modelId="{7F391FC9-AAD4-49F5-898D-82DEAFC8560A}" type="pres">
      <dgm:prSet presAssocID="{141C412E-25A3-415F-A4DB-62CBF33EED7D}" presName="parentText" presStyleLbl="node1" presStyleIdx="5" presStyleCnt="8">
        <dgm:presLayoutVars>
          <dgm:chMax val="1"/>
          <dgm:bulletEnabled val="1"/>
        </dgm:presLayoutVars>
      </dgm:prSet>
      <dgm:spPr/>
    </dgm:pt>
    <dgm:pt modelId="{33F3F5B0-B251-468E-969A-3370A0DA5EC4}" type="pres">
      <dgm:prSet presAssocID="{D8F12776-4552-4DF1-83D8-EE17ACE5499E}" presName="sp" presStyleCnt="0"/>
      <dgm:spPr/>
    </dgm:pt>
    <dgm:pt modelId="{09B5EA48-2AE4-459C-858E-1E3D05511347}" type="pres">
      <dgm:prSet presAssocID="{DDC32072-BA91-43F2-AED0-1A28DF80F9B3}" presName="linNode" presStyleCnt="0"/>
      <dgm:spPr/>
    </dgm:pt>
    <dgm:pt modelId="{9221AB7A-C5B6-4F19-B86C-51AD790E6F1E}" type="pres">
      <dgm:prSet presAssocID="{DDC32072-BA91-43F2-AED0-1A28DF80F9B3}" presName="parentText" presStyleLbl="node1" presStyleIdx="6" presStyleCnt="8">
        <dgm:presLayoutVars>
          <dgm:chMax val="1"/>
          <dgm:bulletEnabled val="1"/>
        </dgm:presLayoutVars>
      </dgm:prSet>
      <dgm:spPr/>
    </dgm:pt>
    <dgm:pt modelId="{E61686AC-80BB-4F4D-A145-45FDA2D64496}" type="pres">
      <dgm:prSet presAssocID="{89991200-4F31-495A-9B86-E95DFCF0BF9A}" presName="sp" presStyleCnt="0"/>
      <dgm:spPr/>
    </dgm:pt>
    <dgm:pt modelId="{7D142A2D-BF16-47F8-9E4F-6BE6CE4180EE}" type="pres">
      <dgm:prSet presAssocID="{54C7D2BE-1C92-4F92-B8E5-96F70E39C943}" presName="linNode" presStyleCnt="0"/>
      <dgm:spPr/>
    </dgm:pt>
    <dgm:pt modelId="{3A48045A-0C6D-44B3-AEF9-A33DBD261CE3}" type="pres">
      <dgm:prSet presAssocID="{54C7D2BE-1C92-4F92-B8E5-96F70E39C943}" presName="parentText" presStyleLbl="node1" presStyleIdx="7" presStyleCnt="8">
        <dgm:presLayoutVars>
          <dgm:chMax val="1"/>
          <dgm:bulletEnabled val="1"/>
        </dgm:presLayoutVars>
      </dgm:prSet>
      <dgm:spPr/>
    </dgm:pt>
  </dgm:ptLst>
  <dgm:cxnLst>
    <dgm:cxn modelId="{B113EF00-19CB-4EF6-A533-DFEB06A21169}" type="presOf" srcId="{DDC32072-BA91-43F2-AED0-1A28DF80F9B3}" destId="{9221AB7A-C5B6-4F19-B86C-51AD790E6F1E}" srcOrd="0" destOrd="0" presId="urn:microsoft.com/office/officeart/2005/8/layout/vList5"/>
    <dgm:cxn modelId="{D3E9261E-3E7D-4C9A-B1D2-876B5F727F35}" type="presOf" srcId="{C1F56667-F80E-481E-B1FD-215220DBD214}" destId="{2E36F97D-267E-4AD6-93DA-4BBDC1FB9F51}" srcOrd="0" destOrd="0" presId="urn:microsoft.com/office/officeart/2005/8/layout/vList5"/>
    <dgm:cxn modelId="{A6FCD22A-5A21-4375-8DF7-8ED8C7E33120}" type="presOf" srcId="{393178E1-2460-495F-8A61-BD0D99F6E589}" destId="{C7AFE0D4-49E8-40D1-ABEE-D56BC0BEACD4}" srcOrd="0" destOrd="0" presId="urn:microsoft.com/office/officeart/2005/8/layout/vList5"/>
    <dgm:cxn modelId="{202E8930-0E75-4F9C-969F-721388B6A8EC}" srcId="{D35AE732-F01A-4EEB-89AB-FE3D14DC82FD}" destId="{393178E1-2460-495F-8A61-BD0D99F6E589}" srcOrd="3" destOrd="0" parTransId="{D461D054-3DBF-46F1-8544-23A594E4D6B2}" sibTransId="{A7FE4A67-4F38-4F30-8E51-C465933FDB50}"/>
    <dgm:cxn modelId="{037A1371-2C1F-42B5-A723-FA421E6E0D32}" srcId="{D35AE732-F01A-4EEB-89AB-FE3D14DC82FD}" destId="{DDC32072-BA91-43F2-AED0-1A28DF80F9B3}" srcOrd="6" destOrd="0" parTransId="{858AAAA6-48FC-416E-9953-B6AE49A15850}" sibTransId="{89991200-4F31-495A-9B86-E95DFCF0BF9A}"/>
    <dgm:cxn modelId="{4FDBA972-F7F4-4393-B982-94297A87DADD}" srcId="{D35AE732-F01A-4EEB-89AB-FE3D14DC82FD}" destId="{141C412E-25A3-415F-A4DB-62CBF33EED7D}" srcOrd="5" destOrd="0" parTransId="{5A8512A9-B169-45FD-B887-CD480A17C57E}" sibTransId="{D8F12776-4552-4DF1-83D8-EE17ACE5499E}"/>
    <dgm:cxn modelId="{956BE37D-A792-42C1-9B5B-7E0AA2FFC76A}" srcId="{D35AE732-F01A-4EEB-89AB-FE3D14DC82FD}" destId="{C1F56667-F80E-481E-B1FD-215220DBD214}" srcOrd="0" destOrd="0" parTransId="{8A68996B-A25E-4547-B332-6B4841AEDBF2}" sibTransId="{A26981E8-215D-4904-8AC7-4059E86D55C0}"/>
    <dgm:cxn modelId="{403D3E89-723B-467D-9C1F-25B21BD430EB}" type="presOf" srcId="{D35AE732-F01A-4EEB-89AB-FE3D14DC82FD}" destId="{AA2EAF59-D4DD-438E-A6A7-0545944279F7}" srcOrd="0" destOrd="0" presId="urn:microsoft.com/office/officeart/2005/8/layout/vList5"/>
    <dgm:cxn modelId="{0385938A-C8C9-43DB-B7E9-C9BE346C6CC2}" type="presOf" srcId="{F5B68A00-55C1-452F-B50B-904FC0306147}" destId="{7D5F89EE-F91E-4D5C-8D0E-09915D5F0E31}" srcOrd="0" destOrd="0" presId="urn:microsoft.com/office/officeart/2005/8/layout/vList5"/>
    <dgm:cxn modelId="{F271F48E-2654-42B3-9449-8CFC1CFE6606}" type="presOf" srcId="{141C412E-25A3-415F-A4DB-62CBF33EED7D}" destId="{7F391FC9-AAD4-49F5-898D-82DEAFC8560A}" srcOrd="0" destOrd="0" presId="urn:microsoft.com/office/officeart/2005/8/layout/vList5"/>
    <dgm:cxn modelId="{E5AA53A5-DCBA-4404-9ED6-FD6BFB2AEE0D}" srcId="{D35AE732-F01A-4EEB-89AB-FE3D14DC82FD}" destId="{ADF9536F-1498-4585-8B68-896CDB30B958}" srcOrd="1" destOrd="0" parTransId="{61D6833C-0A9B-4FA1-B67C-7B0665344DA1}" sibTransId="{7EA4C488-A59C-4E79-887F-B6B30127B65D}"/>
    <dgm:cxn modelId="{B1FEADBA-18B9-4FAD-87B0-6681604E6BCD}" type="presOf" srcId="{ADF9536F-1498-4585-8B68-896CDB30B958}" destId="{B96524D3-66A2-491A-9B7D-C9ADEFD4E3A3}" srcOrd="0" destOrd="0" presId="urn:microsoft.com/office/officeart/2005/8/layout/vList5"/>
    <dgm:cxn modelId="{ECDE6DDA-D7E4-441E-B5B9-E405ADFDB4DB}" type="presOf" srcId="{4F9D0818-4DD6-47DF-9A77-2242F2F9EF97}" destId="{19639A97-CA54-499D-91BE-BBC862E533DA}" srcOrd="0" destOrd="0" presId="urn:microsoft.com/office/officeart/2005/8/layout/vList5"/>
    <dgm:cxn modelId="{DE6AA6DC-B930-445D-97C8-40ABD68D8D68}" type="presOf" srcId="{54C7D2BE-1C92-4F92-B8E5-96F70E39C943}" destId="{3A48045A-0C6D-44B3-AEF9-A33DBD261CE3}" srcOrd="0" destOrd="0" presId="urn:microsoft.com/office/officeart/2005/8/layout/vList5"/>
    <dgm:cxn modelId="{422F23DD-BEE4-44B7-95BD-C0525D2D9B1F}" srcId="{D35AE732-F01A-4EEB-89AB-FE3D14DC82FD}" destId="{54C7D2BE-1C92-4F92-B8E5-96F70E39C943}" srcOrd="7" destOrd="0" parTransId="{F558AE01-3999-4894-A5D7-3FC63D0B9732}" sibTransId="{77F7AFEC-6332-41DB-B407-CAB04123A6D9}"/>
    <dgm:cxn modelId="{63CCF1E6-4C9A-43D2-9190-BAF4A60C948B}" srcId="{D35AE732-F01A-4EEB-89AB-FE3D14DC82FD}" destId="{F5B68A00-55C1-452F-B50B-904FC0306147}" srcOrd="2" destOrd="0" parTransId="{8C5CB767-4115-4E49-BA24-5659DA455130}" sibTransId="{F22AEBFA-5B1A-444E-94C0-9B73522F8441}"/>
    <dgm:cxn modelId="{5E6104EF-C1CA-46C4-8B8F-D8558620F523}" srcId="{D35AE732-F01A-4EEB-89AB-FE3D14DC82FD}" destId="{4F9D0818-4DD6-47DF-9A77-2242F2F9EF97}" srcOrd="4" destOrd="0" parTransId="{222D3ADF-D464-454F-8A62-0112D7EA88F7}" sibTransId="{78C463C3-C721-48F1-B833-F8B0C62B4055}"/>
    <dgm:cxn modelId="{A2D602FF-7CC5-4D53-92B3-D827F66B0517}" type="presParOf" srcId="{AA2EAF59-D4DD-438E-A6A7-0545944279F7}" destId="{599841D5-652F-4169-9950-FFE90F8CC435}" srcOrd="0" destOrd="0" presId="urn:microsoft.com/office/officeart/2005/8/layout/vList5"/>
    <dgm:cxn modelId="{76120A5C-93C5-477B-9320-4C5DE6354F90}" type="presParOf" srcId="{599841D5-652F-4169-9950-FFE90F8CC435}" destId="{2E36F97D-267E-4AD6-93DA-4BBDC1FB9F51}" srcOrd="0" destOrd="0" presId="urn:microsoft.com/office/officeart/2005/8/layout/vList5"/>
    <dgm:cxn modelId="{F68165BD-FF92-4E6E-BACE-76AE86000954}" type="presParOf" srcId="{AA2EAF59-D4DD-438E-A6A7-0545944279F7}" destId="{1D564C6A-207C-4CC0-9C74-9D96489EF47D}" srcOrd="1" destOrd="0" presId="urn:microsoft.com/office/officeart/2005/8/layout/vList5"/>
    <dgm:cxn modelId="{8AB53D2B-B5E2-426B-B8EF-5EB8C941FF9E}" type="presParOf" srcId="{AA2EAF59-D4DD-438E-A6A7-0545944279F7}" destId="{3CBE1BAC-3341-459B-B883-0867892F7F29}" srcOrd="2" destOrd="0" presId="urn:microsoft.com/office/officeart/2005/8/layout/vList5"/>
    <dgm:cxn modelId="{DE71EAB9-E3CD-45D1-944C-1582E78D687C}" type="presParOf" srcId="{3CBE1BAC-3341-459B-B883-0867892F7F29}" destId="{B96524D3-66A2-491A-9B7D-C9ADEFD4E3A3}" srcOrd="0" destOrd="0" presId="urn:microsoft.com/office/officeart/2005/8/layout/vList5"/>
    <dgm:cxn modelId="{B42D1DB9-F396-46E4-9D10-877ADD42259F}" type="presParOf" srcId="{AA2EAF59-D4DD-438E-A6A7-0545944279F7}" destId="{3DAF2357-46BD-4523-8188-0EF0C42A15BB}" srcOrd="3" destOrd="0" presId="urn:microsoft.com/office/officeart/2005/8/layout/vList5"/>
    <dgm:cxn modelId="{6E096E1D-3F8B-4ED0-A2EE-BEE2D6A0DD6B}" type="presParOf" srcId="{AA2EAF59-D4DD-438E-A6A7-0545944279F7}" destId="{D415DEBB-C7CC-40BA-A9CB-F4D5991D1698}" srcOrd="4" destOrd="0" presId="urn:microsoft.com/office/officeart/2005/8/layout/vList5"/>
    <dgm:cxn modelId="{03A0AD80-C919-4267-A4CD-5D3D9A9FF19B}" type="presParOf" srcId="{D415DEBB-C7CC-40BA-A9CB-F4D5991D1698}" destId="{7D5F89EE-F91E-4D5C-8D0E-09915D5F0E31}" srcOrd="0" destOrd="0" presId="urn:microsoft.com/office/officeart/2005/8/layout/vList5"/>
    <dgm:cxn modelId="{0209E105-66A7-4590-B0D0-D49681219ED4}" type="presParOf" srcId="{AA2EAF59-D4DD-438E-A6A7-0545944279F7}" destId="{04AFDA05-EAFA-4C93-862E-1B5F029B92EC}" srcOrd="5" destOrd="0" presId="urn:microsoft.com/office/officeart/2005/8/layout/vList5"/>
    <dgm:cxn modelId="{D90E10E5-0368-46DD-8C9C-CE13FC3020D1}" type="presParOf" srcId="{AA2EAF59-D4DD-438E-A6A7-0545944279F7}" destId="{257ED8CD-E524-4747-93D2-DED79E8ECB0F}" srcOrd="6" destOrd="0" presId="urn:microsoft.com/office/officeart/2005/8/layout/vList5"/>
    <dgm:cxn modelId="{32406495-CE40-4D1A-B29A-F3F9DFDCBFF5}" type="presParOf" srcId="{257ED8CD-E524-4747-93D2-DED79E8ECB0F}" destId="{C7AFE0D4-49E8-40D1-ABEE-D56BC0BEACD4}" srcOrd="0" destOrd="0" presId="urn:microsoft.com/office/officeart/2005/8/layout/vList5"/>
    <dgm:cxn modelId="{0860EEEB-D755-4213-B086-AEB877A510AE}" type="presParOf" srcId="{AA2EAF59-D4DD-438E-A6A7-0545944279F7}" destId="{A647F3F2-91AB-451A-AC88-82469400E2A4}" srcOrd="7" destOrd="0" presId="urn:microsoft.com/office/officeart/2005/8/layout/vList5"/>
    <dgm:cxn modelId="{5810C4FF-2E21-4507-95DE-995185AFC92A}" type="presParOf" srcId="{AA2EAF59-D4DD-438E-A6A7-0545944279F7}" destId="{62B09CB8-2877-476C-9D12-895F615FFCED}" srcOrd="8" destOrd="0" presId="urn:microsoft.com/office/officeart/2005/8/layout/vList5"/>
    <dgm:cxn modelId="{0AFEA0B0-75D9-4E87-AB4A-1B458C9312C1}" type="presParOf" srcId="{62B09CB8-2877-476C-9D12-895F615FFCED}" destId="{19639A97-CA54-499D-91BE-BBC862E533DA}" srcOrd="0" destOrd="0" presId="urn:microsoft.com/office/officeart/2005/8/layout/vList5"/>
    <dgm:cxn modelId="{06B519C8-DFE1-4436-8F36-72053F6DC383}" type="presParOf" srcId="{AA2EAF59-D4DD-438E-A6A7-0545944279F7}" destId="{1437F197-E168-4EBE-8129-E7341342F3DD}" srcOrd="9" destOrd="0" presId="urn:microsoft.com/office/officeart/2005/8/layout/vList5"/>
    <dgm:cxn modelId="{EA12FD4E-2211-469A-B9E6-F29DAD581A35}" type="presParOf" srcId="{AA2EAF59-D4DD-438E-A6A7-0545944279F7}" destId="{D8A7206C-459D-4864-BE0A-DA58D6DE960E}" srcOrd="10" destOrd="0" presId="urn:microsoft.com/office/officeart/2005/8/layout/vList5"/>
    <dgm:cxn modelId="{BE264DC4-7EBA-4AE0-9743-47F77E7D0780}" type="presParOf" srcId="{D8A7206C-459D-4864-BE0A-DA58D6DE960E}" destId="{7F391FC9-AAD4-49F5-898D-82DEAFC8560A}" srcOrd="0" destOrd="0" presId="urn:microsoft.com/office/officeart/2005/8/layout/vList5"/>
    <dgm:cxn modelId="{56C42075-BBEF-4E7C-8265-139468340CE4}" type="presParOf" srcId="{AA2EAF59-D4DD-438E-A6A7-0545944279F7}" destId="{33F3F5B0-B251-468E-969A-3370A0DA5EC4}" srcOrd="11" destOrd="0" presId="urn:microsoft.com/office/officeart/2005/8/layout/vList5"/>
    <dgm:cxn modelId="{39EA00D2-AF78-4F15-AE16-2D1542C5C3EA}" type="presParOf" srcId="{AA2EAF59-D4DD-438E-A6A7-0545944279F7}" destId="{09B5EA48-2AE4-459C-858E-1E3D05511347}" srcOrd="12" destOrd="0" presId="urn:microsoft.com/office/officeart/2005/8/layout/vList5"/>
    <dgm:cxn modelId="{3BEAFEAB-1124-44AA-8124-04CD25876C29}" type="presParOf" srcId="{09B5EA48-2AE4-459C-858E-1E3D05511347}" destId="{9221AB7A-C5B6-4F19-B86C-51AD790E6F1E}" srcOrd="0" destOrd="0" presId="urn:microsoft.com/office/officeart/2005/8/layout/vList5"/>
    <dgm:cxn modelId="{570C4ACC-71C3-4D94-B956-AD574996F877}" type="presParOf" srcId="{AA2EAF59-D4DD-438E-A6A7-0545944279F7}" destId="{E61686AC-80BB-4F4D-A145-45FDA2D64496}" srcOrd="13" destOrd="0" presId="urn:microsoft.com/office/officeart/2005/8/layout/vList5"/>
    <dgm:cxn modelId="{53E2BB10-78A0-4B58-820C-E4803B8AD2EB}" type="presParOf" srcId="{AA2EAF59-D4DD-438E-A6A7-0545944279F7}" destId="{7D142A2D-BF16-47F8-9E4F-6BE6CE4180EE}" srcOrd="14" destOrd="0" presId="urn:microsoft.com/office/officeart/2005/8/layout/vList5"/>
    <dgm:cxn modelId="{5ACAA7A0-684E-4632-891B-0CA8AE66ACDA}" type="presParOf" srcId="{7D142A2D-BF16-47F8-9E4F-6BE6CE4180EE}" destId="{3A48045A-0C6D-44B3-AEF9-A33DBD261CE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A055BD-809C-4B08-A3D0-2873BBE0C49D}"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IN"/>
        </a:p>
      </dgm:t>
    </dgm:pt>
    <dgm:pt modelId="{FAEE895A-EDD2-405C-9E90-D66D26FB5638}">
      <dgm:prSet/>
      <dgm:spPr/>
      <dgm:t>
        <a:bodyPr/>
        <a:lstStyle/>
        <a:p>
          <a:r>
            <a:rPr lang="en-US" dirty="0"/>
            <a:t>User enters news text</a:t>
          </a:r>
          <a:endParaRPr lang="en-IN" dirty="0"/>
        </a:p>
      </dgm:t>
    </dgm:pt>
    <dgm:pt modelId="{CE9C0250-5223-4630-9D2B-4F5A8CC73CEC}" type="parTrans" cxnId="{F0E44643-F346-46B2-8B37-F633AE92A9B5}">
      <dgm:prSet/>
      <dgm:spPr/>
      <dgm:t>
        <a:bodyPr/>
        <a:lstStyle/>
        <a:p>
          <a:endParaRPr lang="en-IN"/>
        </a:p>
      </dgm:t>
    </dgm:pt>
    <dgm:pt modelId="{086441BE-C588-4C41-A81C-AD1F96549B36}" type="sibTrans" cxnId="{F0E44643-F346-46B2-8B37-F633AE92A9B5}">
      <dgm:prSet/>
      <dgm:spPr/>
      <dgm:t>
        <a:bodyPr/>
        <a:lstStyle/>
        <a:p>
          <a:endParaRPr lang="en-IN"/>
        </a:p>
      </dgm:t>
    </dgm:pt>
    <dgm:pt modelId="{63592F0C-36B4-4FE0-91AE-11F660CC1FEC}">
      <dgm:prSet/>
      <dgm:spPr/>
      <dgm:t>
        <a:bodyPr/>
        <a:lstStyle/>
        <a:p>
          <a:r>
            <a:rPr lang="en-US" dirty="0"/>
            <a:t>Text preprocessing cleaning</a:t>
          </a:r>
          <a:endParaRPr lang="en-IN" dirty="0"/>
        </a:p>
      </dgm:t>
    </dgm:pt>
    <dgm:pt modelId="{EFEA8E6D-9638-41BF-BA62-A0EE01D7ADFF}" type="parTrans" cxnId="{8CDAE23B-908E-4F27-8E6E-3D28214BDE51}">
      <dgm:prSet/>
      <dgm:spPr/>
      <dgm:t>
        <a:bodyPr/>
        <a:lstStyle/>
        <a:p>
          <a:endParaRPr lang="en-IN"/>
        </a:p>
      </dgm:t>
    </dgm:pt>
    <dgm:pt modelId="{5E46F73A-DC1B-433D-ADB8-6C1D4E574E3D}" type="sibTrans" cxnId="{8CDAE23B-908E-4F27-8E6E-3D28214BDE51}">
      <dgm:prSet/>
      <dgm:spPr/>
      <dgm:t>
        <a:bodyPr/>
        <a:lstStyle/>
        <a:p>
          <a:endParaRPr lang="en-IN"/>
        </a:p>
      </dgm:t>
    </dgm:pt>
    <dgm:pt modelId="{6E7EDDCD-DFAF-4D7A-BCDD-E1CD31B364B2}">
      <dgm:prSet/>
      <dgm:spPr/>
      <dgm:t>
        <a:bodyPr/>
        <a:lstStyle/>
        <a:p>
          <a:r>
            <a:rPr lang="en-US" dirty="0"/>
            <a:t>TF-IDF feature extraction</a:t>
          </a:r>
          <a:endParaRPr lang="en-IN" dirty="0"/>
        </a:p>
      </dgm:t>
    </dgm:pt>
    <dgm:pt modelId="{1566FB19-0C6C-403B-87EE-E9995BA6A5BE}" type="parTrans" cxnId="{A31A83ED-31B8-41BD-9F47-17D64125BDF6}">
      <dgm:prSet/>
      <dgm:spPr/>
      <dgm:t>
        <a:bodyPr/>
        <a:lstStyle/>
        <a:p>
          <a:endParaRPr lang="en-IN"/>
        </a:p>
      </dgm:t>
    </dgm:pt>
    <dgm:pt modelId="{8845FC44-6C71-403E-A6AE-7DE22F99BFD7}" type="sibTrans" cxnId="{A31A83ED-31B8-41BD-9F47-17D64125BDF6}">
      <dgm:prSet/>
      <dgm:spPr/>
      <dgm:t>
        <a:bodyPr/>
        <a:lstStyle/>
        <a:p>
          <a:endParaRPr lang="en-IN"/>
        </a:p>
      </dgm:t>
    </dgm:pt>
    <dgm:pt modelId="{67F6B694-A27B-4BEB-9C34-D1F2F6E263F5}">
      <dgm:prSet/>
      <dgm:spPr/>
      <dgm:t>
        <a:bodyPr/>
        <a:lstStyle/>
        <a:p>
          <a:r>
            <a:rPr lang="en-US" dirty="0"/>
            <a:t>Machine Learning model</a:t>
          </a:r>
          <a:endParaRPr lang="en-IN" dirty="0"/>
        </a:p>
      </dgm:t>
    </dgm:pt>
    <dgm:pt modelId="{DBA96FF4-8A5C-4BBD-8A8C-9E5DA39EB583}" type="parTrans" cxnId="{E667052D-0746-4A47-B677-4E84586C66FA}">
      <dgm:prSet/>
      <dgm:spPr/>
      <dgm:t>
        <a:bodyPr/>
        <a:lstStyle/>
        <a:p>
          <a:endParaRPr lang="en-IN"/>
        </a:p>
      </dgm:t>
    </dgm:pt>
    <dgm:pt modelId="{C289FE88-1E79-4F8B-8B2C-F3194F4121F2}" type="sibTrans" cxnId="{E667052D-0746-4A47-B677-4E84586C66FA}">
      <dgm:prSet/>
      <dgm:spPr/>
      <dgm:t>
        <a:bodyPr/>
        <a:lstStyle/>
        <a:p>
          <a:endParaRPr lang="en-IN"/>
        </a:p>
      </dgm:t>
    </dgm:pt>
    <dgm:pt modelId="{7FA9F8EE-3047-4983-883A-6B8C935E2569}">
      <dgm:prSet/>
      <dgm:spPr/>
      <dgm:t>
        <a:bodyPr/>
        <a:lstStyle/>
        <a:p>
          <a:r>
            <a:rPr lang="en-US" dirty="0"/>
            <a:t>Prediction: Real or Fake</a:t>
          </a:r>
          <a:endParaRPr lang="en-IN" dirty="0"/>
        </a:p>
      </dgm:t>
    </dgm:pt>
    <dgm:pt modelId="{8E9100FC-C6DA-44CE-93E6-5A5F5E7EC692}" type="parTrans" cxnId="{65A25D41-F322-44C9-BE28-BC8C12822C87}">
      <dgm:prSet/>
      <dgm:spPr/>
      <dgm:t>
        <a:bodyPr/>
        <a:lstStyle/>
        <a:p>
          <a:endParaRPr lang="en-IN"/>
        </a:p>
      </dgm:t>
    </dgm:pt>
    <dgm:pt modelId="{73925798-0E6B-435A-B32B-91DEA921FA4E}" type="sibTrans" cxnId="{65A25D41-F322-44C9-BE28-BC8C12822C87}">
      <dgm:prSet/>
      <dgm:spPr/>
      <dgm:t>
        <a:bodyPr/>
        <a:lstStyle/>
        <a:p>
          <a:endParaRPr lang="en-IN"/>
        </a:p>
      </dgm:t>
    </dgm:pt>
    <dgm:pt modelId="{C6BACB7C-9D28-4645-92D6-423E6C50B391}" type="pres">
      <dgm:prSet presAssocID="{B3A055BD-809C-4B08-A3D0-2873BBE0C49D}" presName="rootnode" presStyleCnt="0">
        <dgm:presLayoutVars>
          <dgm:chMax/>
          <dgm:chPref/>
          <dgm:dir/>
          <dgm:animLvl val="lvl"/>
        </dgm:presLayoutVars>
      </dgm:prSet>
      <dgm:spPr/>
    </dgm:pt>
    <dgm:pt modelId="{5E65C9E2-B4F1-449C-AE57-33A9BAA8A07E}" type="pres">
      <dgm:prSet presAssocID="{FAEE895A-EDD2-405C-9E90-D66D26FB5638}" presName="composite" presStyleCnt="0"/>
      <dgm:spPr/>
    </dgm:pt>
    <dgm:pt modelId="{6725A901-CA5C-44EB-828D-6D6FDEBA2115}" type="pres">
      <dgm:prSet presAssocID="{FAEE895A-EDD2-405C-9E90-D66D26FB5638}" presName="bentUpArrow1" presStyleLbl="alignImgPlace1" presStyleIdx="0" presStyleCnt="4" custLinFactNeighborX="-4278" custLinFactNeighborY="16233"/>
      <dgm:spPr/>
    </dgm:pt>
    <dgm:pt modelId="{B89569BA-0400-4DFC-8E0D-E205273FCC8E}" type="pres">
      <dgm:prSet presAssocID="{FAEE895A-EDD2-405C-9E90-D66D26FB5638}" presName="ParentText" presStyleLbl="node1" presStyleIdx="0" presStyleCnt="5" custScaleX="148084">
        <dgm:presLayoutVars>
          <dgm:chMax val="1"/>
          <dgm:chPref val="1"/>
          <dgm:bulletEnabled val="1"/>
        </dgm:presLayoutVars>
      </dgm:prSet>
      <dgm:spPr/>
    </dgm:pt>
    <dgm:pt modelId="{A0032A60-3C3D-4E57-BAFC-D29DD1FC00F1}" type="pres">
      <dgm:prSet presAssocID="{FAEE895A-EDD2-405C-9E90-D66D26FB5638}" presName="ChildText" presStyleLbl="revTx" presStyleIdx="0" presStyleCnt="4">
        <dgm:presLayoutVars>
          <dgm:chMax val="0"/>
          <dgm:chPref val="0"/>
          <dgm:bulletEnabled val="1"/>
        </dgm:presLayoutVars>
      </dgm:prSet>
      <dgm:spPr/>
    </dgm:pt>
    <dgm:pt modelId="{0FE3279F-2B71-4C9A-B6D8-DF3153F389BB}" type="pres">
      <dgm:prSet presAssocID="{086441BE-C588-4C41-A81C-AD1F96549B36}" presName="sibTrans" presStyleCnt="0"/>
      <dgm:spPr/>
    </dgm:pt>
    <dgm:pt modelId="{144B06B7-3544-4AB5-B129-98DD05ADA398}" type="pres">
      <dgm:prSet presAssocID="{63592F0C-36B4-4FE0-91AE-11F660CC1FEC}" presName="composite" presStyleCnt="0"/>
      <dgm:spPr/>
    </dgm:pt>
    <dgm:pt modelId="{B1ECA090-42BB-40E7-8380-AEEADB7401C6}" type="pres">
      <dgm:prSet presAssocID="{63592F0C-36B4-4FE0-91AE-11F660CC1FEC}" presName="bentUpArrow1" presStyleLbl="alignImgPlace1" presStyleIdx="1" presStyleCnt="4" custLinFactNeighborX="-7130" custLinFactNeighborY="16233"/>
      <dgm:spPr/>
    </dgm:pt>
    <dgm:pt modelId="{58C92A44-426D-4D8E-948C-B8EA0CB5B66A}" type="pres">
      <dgm:prSet presAssocID="{63592F0C-36B4-4FE0-91AE-11F660CC1FEC}" presName="ParentText" presStyleLbl="node1" presStyleIdx="1" presStyleCnt="5" custScaleX="182832" custLinFactNeighborX="15428" custLinFactNeighborY="5510">
        <dgm:presLayoutVars>
          <dgm:chMax val="1"/>
          <dgm:chPref val="1"/>
          <dgm:bulletEnabled val="1"/>
        </dgm:presLayoutVars>
      </dgm:prSet>
      <dgm:spPr/>
    </dgm:pt>
    <dgm:pt modelId="{DD8CE25D-01A7-461A-A106-574ED268182A}" type="pres">
      <dgm:prSet presAssocID="{63592F0C-36B4-4FE0-91AE-11F660CC1FEC}" presName="ChildText" presStyleLbl="revTx" presStyleIdx="1" presStyleCnt="4">
        <dgm:presLayoutVars>
          <dgm:chMax val="0"/>
          <dgm:chPref val="0"/>
          <dgm:bulletEnabled val="1"/>
        </dgm:presLayoutVars>
      </dgm:prSet>
      <dgm:spPr/>
    </dgm:pt>
    <dgm:pt modelId="{23063B17-0A34-4339-A87C-5C8FD5C5145D}" type="pres">
      <dgm:prSet presAssocID="{5E46F73A-DC1B-433D-ADB8-6C1D4E574E3D}" presName="sibTrans" presStyleCnt="0"/>
      <dgm:spPr/>
    </dgm:pt>
    <dgm:pt modelId="{C9A882EA-3DB2-4CED-BF28-34F134CB67A0}" type="pres">
      <dgm:prSet presAssocID="{6E7EDDCD-DFAF-4D7A-BCDD-E1CD31B364B2}" presName="composite" presStyleCnt="0"/>
      <dgm:spPr/>
    </dgm:pt>
    <dgm:pt modelId="{F37B9FC0-9CE6-4A61-ACCD-FDA4513372E1}" type="pres">
      <dgm:prSet presAssocID="{6E7EDDCD-DFAF-4D7A-BCDD-E1CD31B364B2}" presName="bentUpArrow1" presStyleLbl="alignImgPlace1" presStyleIdx="2" presStyleCnt="4" custLinFactNeighborX="-2852" custLinFactNeighborY="11363"/>
      <dgm:spPr/>
    </dgm:pt>
    <dgm:pt modelId="{A0E6CD01-AD38-4D03-BCC3-58CC6B18EA97}" type="pres">
      <dgm:prSet presAssocID="{6E7EDDCD-DFAF-4D7A-BCDD-E1CD31B364B2}" presName="ParentText" presStyleLbl="node1" presStyleIdx="2" presStyleCnt="5" custScaleX="210855" custLinFactNeighborX="31821">
        <dgm:presLayoutVars>
          <dgm:chMax val="1"/>
          <dgm:chPref val="1"/>
          <dgm:bulletEnabled val="1"/>
        </dgm:presLayoutVars>
      </dgm:prSet>
      <dgm:spPr/>
    </dgm:pt>
    <dgm:pt modelId="{160B289D-A96D-4AF9-980B-5561B224C3A0}" type="pres">
      <dgm:prSet presAssocID="{6E7EDDCD-DFAF-4D7A-BCDD-E1CD31B364B2}" presName="ChildText" presStyleLbl="revTx" presStyleIdx="2" presStyleCnt="4">
        <dgm:presLayoutVars>
          <dgm:chMax val="0"/>
          <dgm:chPref val="0"/>
          <dgm:bulletEnabled val="1"/>
        </dgm:presLayoutVars>
      </dgm:prSet>
      <dgm:spPr/>
    </dgm:pt>
    <dgm:pt modelId="{D756AAD7-AE32-4E90-B50A-3B86005D9776}" type="pres">
      <dgm:prSet presAssocID="{8845FC44-6C71-403E-A6AE-7DE22F99BFD7}" presName="sibTrans" presStyleCnt="0"/>
      <dgm:spPr/>
    </dgm:pt>
    <dgm:pt modelId="{C89E8C65-8DBD-4AAA-A46D-10F84363E642}" type="pres">
      <dgm:prSet presAssocID="{67F6B694-A27B-4BEB-9C34-D1F2F6E263F5}" presName="composite" presStyleCnt="0"/>
      <dgm:spPr/>
    </dgm:pt>
    <dgm:pt modelId="{C9C17BA8-29EA-4894-BE3C-BB7733B9DC0F}" type="pres">
      <dgm:prSet presAssocID="{67F6B694-A27B-4BEB-9C34-D1F2F6E263F5}" presName="bentUpArrow1" presStyleLbl="alignImgPlace1" presStyleIdx="3" presStyleCnt="4" custLinFactNeighborX="42775" custLinFactNeighborY="17856"/>
      <dgm:spPr/>
    </dgm:pt>
    <dgm:pt modelId="{FF22074F-DC36-4CD3-981E-1AD7489A86AA}" type="pres">
      <dgm:prSet presAssocID="{67F6B694-A27B-4BEB-9C34-D1F2F6E263F5}" presName="ParentText" presStyleLbl="node1" presStyleIdx="3" presStyleCnt="5" custScaleX="193532" custLinFactNeighborX="47250" custLinFactNeighborY="2755">
        <dgm:presLayoutVars>
          <dgm:chMax val="1"/>
          <dgm:chPref val="1"/>
          <dgm:bulletEnabled val="1"/>
        </dgm:presLayoutVars>
      </dgm:prSet>
      <dgm:spPr/>
    </dgm:pt>
    <dgm:pt modelId="{ECD6573A-B1EB-4C7B-A2CE-8FE9563CEA52}" type="pres">
      <dgm:prSet presAssocID="{67F6B694-A27B-4BEB-9C34-D1F2F6E263F5}" presName="ChildText" presStyleLbl="revTx" presStyleIdx="3" presStyleCnt="4">
        <dgm:presLayoutVars>
          <dgm:chMax val="0"/>
          <dgm:chPref val="0"/>
          <dgm:bulletEnabled val="1"/>
        </dgm:presLayoutVars>
      </dgm:prSet>
      <dgm:spPr/>
    </dgm:pt>
    <dgm:pt modelId="{556A6C32-A882-41D8-BFF1-A886C1D54344}" type="pres">
      <dgm:prSet presAssocID="{C289FE88-1E79-4F8B-8B2C-F3194F4121F2}" presName="sibTrans" presStyleCnt="0"/>
      <dgm:spPr/>
    </dgm:pt>
    <dgm:pt modelId="{A2315348-9A17-42EE-86D5-0132DE931506}" type="pres">
      <dgm:prSet presAssocID="{7FA9F8EE-3047-4983-883A-6B8C935E2569}" presName="composite" presStyleCnt="0"/>
      <dgm:spPr/>
    </dgm:pt>
    <dgm:pt modelId="{9A7FEB67-F04D-45A9-B7E2-C5CD2B62260F}" type="pres">
      <dgm:prSet presAssocID="{7FA9F8EE-3047-4983-883A-6B8C935E2569}" presName="ParentText" presStyleLbl="node1" presStyleIdx="4" presStyleCnt="5" custScaleX="178081" custLinFactNeighborX="70392" custLinFactNeighborY="12399">
        <dgm:presLayoutVars>
          <dgm:chMax val="1"/>
          <dgm:chPref val="1"/>
          <dgm:bulletEnabled val="1"/>
        </dgm:presLayoutVars>
      </dgm:prSet>
      <dgm:spPr/>
    </dgm:pt>
  </dgm:ptLst>
  <dgm:cxnLst>
    <dgm:cxn modelId="{E667052D-0746-4A47-B677-4E84586C66FA}" srcId="{B3A055BD-809C-4B08-A3D0-2873BBE0C49D}" destId="{67F6B694-A27B-4BEB-9C34-D1F2F6E263F5}" srcOrd="3" destOrd="0" parTransId="{DBA96FF4-8A5C-4BBD-8A8C-9E5DA39EB583}" sibTransId="{C289FE88-1E79-4F8B-8B2C-F3194F4121F2}"/>
    <dgm:cxn modelId="{0627C12F-B302-4192-A17B-C316ECCC1816}" type="presOf" srcId="{FAEE895A-EDD2-405C-9E90-D66D26FB5638}" destId="{B89569BA-0400-4DFC-8E0D-E205273FCC8E}" srcOrd="0" destOrd="0" presId="urn:microsoft.com/office/officeart/2005/8/layout/StepDownProcess"/>
    <dgm:cxn modelId="{89B04B31-2FFC-449C-8EE8-AB7AF0C53D9C}" type="presOf" srcId="{7FA9F8EE-3047-4983-883A-6B8C935E2569}" destId="{9A7FEB67-F04D-45A9-B7E2-C5CD2B62260F}" srcOrd="0" destOrd="0" presId="urn:microsoft.com/office/officeart/2005/8/layout/StepDownProcess"/>
    <dgm:cxn modelId="{8CDAE23B-908E-4F27-8E6E-3D28214BDE51}" srcId="{B3A055BD-809C-4B08-A3D0-2873BBE0C49D}" destId="{63592F0C-36B4-4FE0-91AE-11F660CC1FEC}" srcOrd="1" destOrd="0" parTransId="{EFEA8E6D-9638-41BF-BA62-A0EE01D7ADFF}" sibTransId="{5E46F73A-DC1B-433D-ADB8-6C1D4E574E3D}"/>
    <dgm:cxn modelId="{65A25D41-F322-44C9-BE28-BC8C12822C87}" srcId="{B3A055BD-809C-4B08-A3D0-2873BBE0C49D}" destId="{7FA9F8EE-3047-4983-883A-6B8C935E2569}" srcOrd="4" destOrd="0" parTransId="{8E9100FC-C6DA-44CE-93E6-5A5F5E7EC692}" sibTransId="{73925798-0E6B-435A-B32B-91DEA921FA4E}"/>
    <dgm:cxn modelId="{8555BA41-1BB9-481B-96F8-D0288D252242}" type="presOf" srcId="{6E7EDDCD-DFAF-4D7A-BCDD-E1CD31B364B2}" destId="{A0E6CD01-AD38-4D03-BCC3-58CC6B18EA97}" srcOrd="0" destOrd="0" presId="urn:microsoft.com/office/officeart/2005/8/layout/StepDownProcess"/>
    <dgm:cxn modelId="{F0E44643-F346-46B2-8B37-F633AE92A9B5}" srcId="{B3A055BD-809C-4B08-A3D0-2873BBE0C49D}" destId="{FAEE895A-EDD2-405C-9E90-D66D26FB5638}" srcOrd="0" destOrd="0" parTransId="{CE9C0250-5223-4630-9D2B-4F5A8CC73CEC}" sibTransId="{086441BE-C588-4C41-A81C-AD1F96549B36}"/>
    <dgm:cxn modelId="{C7C058B5-59A1-4A15-97DB-C6FC9876330A}" type="presOf" srcId="{63592F0C-36B4-4FE0-91AE-11F660CC1FEC}" destId="{58C92A44-426D-4D8E-948C-B8EA0CB5B66A}" srcOrd="0" destOrd="0" presId="urn:microsoft.com/office/officeart/2005/8/layout/StepDownProcess"/>
    <dgm:cxn modelId="{96AD60C9-40D5-4B2A-93F9-05727B340287}" type="presOf" srcId="{B3A055BD-809C-4B08-A3D0-2873BBE0C49D}" destId="{C6BACB7C-9D28-4645-92D6-423E6C50B391}" srcOrd="0" destOrd="0" presId="urn:microsoft.com/office/officeart/2005/8/layout/StepDownProcess"/>
    <dgm:cxn modelId="{A31A83ED-31B8-41BD-9F47-17D64125BDF6}" srcId="{B3A055BD-809C-4B08-A3D0-2873BBE0C49D}" destId="{6E7EDDCD-DFAF-4D7A-BCDD-E1CD31B364B2}" srcOrd="2" destOrd="0" parTransId="{1566FB19-0C6C-403B-87EE-E9995BA6A5BE}" sibTransId="{8845FC44-6C71-403E-A6AE-7DE22F99BFD7}"/>
    <dgm:cxn modelId="{28062AF7-B0A0-416F-912D-643B8C336B99}" type="presOf" srcId="{67F6B694-A27B-4BEB-9C34-D1F2F6E263F5}" destId="{FF22074F-DC36-4CD3-981E-1AD7489A86AA}" srcOrd="0" destOrd="0" presId="urn:microsoft.com/office/officeart/2005/8/layout/StepDownProcess"/>
    <dgm:cxn modelId="{CAEC76E7-B319-4F79-8CFE-F2A181505264}" type="presParOf" srcId="{C6BACB7C-9D28-4645-92D6-423E6C50B391}" destId="{5E65C9E2-B4F1-449C-AE57-33A9BAA8A07E}" srcOrd="0" destOrd="0" presId="urn:microsoft.com/office/officeart/2005/8/layout/StepDownProcess"/>
    <dgm:cxn modelId="{807EC68B-F920-48CF-A0C1-5A872AE4FFD1}" type="presParOf" srcId="{5E65C9E2-B4F1-449C-AE57-33A9BAA8A07E}" destId="{6725A901-CA5C-44EB-828D-6D6FDEBA2115}" srcOrd="0" destOrd="0" presId="urn:microsoft.com/office/officeart/2005/8/layout/StepDownProcess"/>
    <dgm:cxn modelId="{0B97F3BD-5309-452B-874B-24F51E2A71CF}" type="presParOf" srcId="{5E65C9E2-B4F1-449C-AE57-33A9BAA8A07E}" destId="{B89569BA-0400-4DFC-8E0D-E205273FCC8E}" srcOrd="1" destOrd="0" presId="urn:microsoft.com/office/officeart/2005/8/layout/StepDownProcess"/>
    <dgm:cxn modelId="{3542E9D8-7E7B-41CA-8A21-7D602976960C}" type="presParOf" srcId="{5E65C9E2-B4F1-449C-AE57-33A9BAA8A07E}" destId="{A0032A60-3C3D-4E57-BAFC-D29DD1FC00F1}" srcOrd="2" destOrd="0" presId="urn:microsoft.com/office/officeart/2005/8/layout/StepDownProcess"/>
    <dgm:cxn modelId="{D288B52A-856B-4557-A695-21E3F37BF178}" type="presParOf" srcId="{C6BACB7C-9D28-4645-92D6-423E6C50B391}" destId="{0FE3279F-2B71-4C9A-B6D8-DF3153F389BB}" srcOrd="1" destOrd="0" presId="urn:microsoft.com/office/officeart/2005/8/layout/StepDownProcess"/>
    <dgm:cxn modelId="{F4EE5810-79FE-421F-921A-2DA886D2E7B5}" type="presParOf" srcId="{C6BACB7C-9D28-4645-92D6-423E6C50B391}" destId="{144B06B7-3544-4AB5-B129-98DD05ADA398}" srcOrd="2" destOrd="0" presId="urn:microsoft.com/office/officeart/2005/8/layout/StepDownProcess"/>
    <dgm:cxn modelId="{413C99EA-93B6-4B62-A3E0-EB4383B780D4}" type="presParOf" srcId="{144B06B7-3544-4AB5-B129-98DD05ADA398}" destId="{B1ECA090-42BB-40E7-8380-AEEADB7401C6}" srcOrd="0" destOrd="0" presId="urn:microsoft.com/office/officeart/2005/8/layout/StepDownProcess"/>
    <dgm:cxn modelId="{8FB34685-117B-47EC-B84F-34C3C36E1496}" type="presParOf" srcId="{144B06B7-3544-4AB5-B129-98DD05ADA398}" destId="{58C92A44-426D-4D8E-948C-B8EA0CB5B66A}" srcOrd="1" destOrd="0" presId="urn:microsoft.com/office/officeart/2005/8/layout/StepDownProcess"/>
    <dgm:cxn modelId="{EAFCEEA0-1374-407B-ACB4-E44C61742988}" type="presParOf" srcId="{144B06B7-3544-4AB5-B129-98DD05ADA398}" destId="{DD8CE25D-01A7-461A-A106-574ED268182A}" srcOrd="2" destOrd="0" presId="urn:microsoft.com/office/officeart/2005/8/layout/StepDownProcess"/>
    <dgm:cxn modelId="{81BE0A76-6E6A-432C-8215-11961B51959F}" type="presParOf" srcId="{C6BACB7C-9D28-4645-92D6-423E6C50B391}" destId="{23063B17-0A34-4339-A87C-5C8FD5C5145D}" srcOrd="3" destOrd="0" presId="urn:microsoft.com/office/officeart/2005/8/layout/StepDownProcess"/>
    <dgm:cxn modelId="{228B5A4D-8F2B-469B-AE22-8ABABF4B75AF}" type="presParOf" srcId="{C6BACB7C-9D28-4645-92D6-423E6C50B391}" destId="{C9A882EA-3DB2-4CED-BF28-34F134CB67A0}" srcOrd="4" destOrd="0" presId="urn:microsoft.com/office/officeart/2005/8/layout/StepDownProcess"/>
    <dgm:cxn modelId="{F69F4B05-DBD8-4B7A-9ED3-A99AA742F1DD}" type="presParOf" srcId="{C9A882EA-3DB2-4CED-BF28-34F134CB67A0}" destId="{F37B9FC0-9CE6-4A61-ACCD-FDA4513372E1}" srcOrd="0" destOrd="0" presId="urn:microsoft.com/office/officeart/2005/8/layout/StepDownProcess"/>
    <dgm:cxn modelId="{DF586A04-5418-4C39-9827-AFDBD57E7D2B}" type="presParOf" srcId="{C9A882EA-3DB2-4CED-BF28-34F134CB67A0}" destId="{A0E6CD01-AD38-4D03-BCC3-58CC6B18EA97}" srcOrd="1" destOrd="0" presId="urn:microsoft.com/office/officeart/2005/8/layout/StepDownProcess"/>
    <dgm:cxn modelId="{06431E7B-5AD6-41DB-9561-91354C889E10}" type="presParOf" srcId="{C9A882EA-3DB2-4CED-BF28-34F134CB67A0}" destId="{160B289D-A96D-4AF9-980B-5561B224C3A0}" srcOrd="2" destOrd="0" presId="urn:microsoft.com/office/officeart/2005/8/layout/StepDownProcess"/>
    <dgm:cxn modelId="{9018DA30-F8B0-4B69-96D5-D49EF38A64DD}" type="presParOf" srcId="{C6BACB7C-9D28-4645-92D6-423E6C50B391}" destId="{D756AAD7-AE32-4E90-B50A-3B86005D9776}" srcOrd="5" destOrd="0" presId="urn:microsoft.com/office/officeart/2005/8/layout/StepDownProcess"/>
    <dgm:cxn modelId="{BBBE6078-4C4D-4D57-9615-20652B167FB2}" type="presParOf" srcId="{C6BACB7C-9D28-4645-92D6-423E6C50B391}" destId="{C89E8C65-8DBD-4AAA-A46D-10F84363E642}" srcOrd="6" destOrd="0" presId="urn:microsoft.com/office/officeart/2005/8/layout/StepDownProcess"/>
    <dgm:cxn modelId="{E14A0F02-0450-4010-8530-0BAB9146962D}" type="presParOf" srcId="{C89E8C65-8DBD-4AAA-A46D-10F84363E642}" destId="{C9C17BA8-29EA-4894-BE3C-BB7733B9DC0F}" srcOrd="0" destOrd="0" presId="urn:microsoft.com/office/officeart/2005/8/layout/StepDownProcess"/>
    <dgm:cxn modelId="{A44F3DBE-E6CA-4908-B876-E271866E337E}" type="presParOf" srcId="{C89E8C65-8DBD-4AAA-A46D-10F84363E642}" destId="{FF22074F-DC36-4CD3-981E-1AD7489A86AA}" srcOrd="1" destOrd="0" presId="urn:microsoft.com/office/officeart/2005/8/layout/StepDownProcess"/>
    <dgm:cxn modelId="{7AEF130F-4506-4402-A48B-A420E49E5D36}" type="presParOf" srcId="{C89E8C65-8DBD-4AAA-A46D-10F84363E642}" destId="{ECD6573A-B1EB-4C7B-A2CE-8FE9563CEA52}" srcOrd="2" destOrd="0" presId="urn:microsoft.com/office/officeart/2005/8/layout/StepDownProcess"/>
    <dgm:cxn modelId="{DE14BE9C-BF85-4B89-8C32-4FF2AF4BF664}" type="presParOf" srcId="{C6BACB7C-9D28-4645-92D6-423E6C50B391}" destId="{556A6C32-A882-41D8-BFF1-A886C1D54344}" srcOrd="7" destOrd="0" presId="urn:microsoft.com/office/officeart/2005/8/layout/StepDownProcess"/>
    <dgm:cxn modelId="{3477D6EE-B47A-4093-987A-A54DA80C4239}" type="presParOf" srcId="{C6BACB7C-9D28-4645-92D6-423E6C50B391}" destId="{A2315348-9A17-42EE-86D5-0132DE931506}" srcOrd="8" destOrd="0" presId="urn:microsoft.com/office/officeart/2005/8/layout/StepDownProcess"/>
    <dgm:cxn modelId="{B55DB4A5-EFA2-45D2-898C-2B3432D14D4F}" type="presParOf" srcId="{A2315348-9A17-42EE-86D5-0132DE931506}" destId="{9A7FEB67-F04D-45A9-B7E2-C5CD2B62260F}"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C3A49-A6DF-46E8-B294-BA35BA5E9D52}">
      <dsp:nvSpPr>
        <dsp:cNvPr id="0" name=""/>
        <dsp:cNvSpPr/>
      </dsp:nvSpPr>
      <dsp:spPr>
        <a:xfrm>
          <a:off x="1207502" y="995008"/>
          <a:ext cx="2478794" cy="2478794"/>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The overall working of the system </a:t>
          </a:r>
          <a:r>
            <a:rPr lang="en-US" sz="2400" kern="1200" dirty="0"/>
            <a:t>includes</a:t>
          </a:r>
          <a:r>
            <a:rPr lang="en-US" sz="2200" kern="1200" dirty="0"/>
            <a:t> the following steps:</a:t>
          </a:r>
          <a:endParaRPr lang="en-IN" sz="2200" kern="1200" dirty="0"/>
        </a:p>
      </dsp:txBody>
      <dsp:txXfrm>
        <a:off x="1570513" y="1358019"/>
        <a:ext cx="1752772" cy="1752772"/>
      </dsp:txXfrm>
    </dsp:sp>
    <dsp:sp modelId="{E845E4BD-B3C6-451A-96DF-C1A94F9F051B}">
      <dsp:nvSpPr>
        <dsp:cNvPr id="0" name=""/>
        <dsp:cNvSpPr/>
      </dsp:nvSpPr>
      <dsp:spPr>
        <a:xfrm>
          <a:off x="1827201" y="442"/>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Collection-</a:t>
          </a:r>
          <a:endParaRPr lang="en-IN" sz="1400" kern="1200" dirty="0"/>
        </a:p>
      </dsp:txBody>
      <dsp:txXfrm>
        <a:off x="2008706" y="181947"/>
        <a:ext cx="876387" cy="876387"/>
      </dsp:txXfrm>
    </dsp:sp>
    <dsp:sp modelId="{CF632209-7D54-4DCB-9432-4FD0B4491040}">
      <dsp:nvSpPr>
        <dsp:cNvPr id="0" name=""/>
        <dsp:cNvSpPr/>
      </dsp:nvSpPr>
      <dsp:spPr>
        <a:xfrm>
          <a:off x="2968659" y="473249"/>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Cleaning &amp; Preprocessing</a:t>
          </a:r>
          <a:endParaRPr lang="en-IN" sz="1400" kern="1200" dirty="0"/>
        </a:p>
      </dsp:txBody>
      <dsp:txXfrm>
        <a:off x="3150164" y="654754"/>
        <a:ext cx="876387" cy="876387"/>
      </dsp:txXfrm>
    </dsp:sp>
    <dsp:sp modelId="{889C0B16-8FC0-4CB2-803A-282E261E249A}">
      <dsp:nvSpPr>
        <dsp:cNvPr id="0" name=""/>
        <dsp:cNvSpPr/>
      </dsp:nvSpPr>
      <dsp:spPr>
        <a:xfrm>
          <a:off x="3441466" y="1614707"/>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Text Normalization</a:t>
          </a:r>
          <a:endParaRPr lang="en-IN" sz="1400" kern="1200" dirty="0"/>
        </a:p>
      </dsp:txBody>
      <dsp:txXfrm>
        <a:off x="3622971" y="1796212"/>
        <a:ext cx="876387" cy="876387"/>
      </dsp:txXfrm>
    </dsp:sp>
    <dsp:sp modelId="{DC12EE39-48D8-41B5-A7FA-E597EDC79570}">
      <dsp:nvSpPr>
        <dsp:cNvPr id="0" name=""/>
        <dsp:cNvSpPr/>
      </dsp:nvSpPr>
      <dsp:spPr>
        <a:xfrm>
          <a:off x="2968659" y="2756165"/>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Feature Extraction</a:t>
          </a:r>
          <a:endParaRPr lang="en-IN" sz="1400" kern="1200"/>
        </a:p>
      </dsp:txBody>
      <dsp:txXfrm>
        <a:off x="3150164" y="2937670"/>
        <a:ext cx="876387" cy="876387"/>
      </dsp:txXfrm>
    </dsp:sp>
    <dsp:sp modelId="{879CC92D-76E3-473F-BFBD-612B6C342450}">
      <dsp:nvSpPr>
        <dsp:cNvPr id="0" name=""/>
        <dsp:cNvSpPr/>
      </dsp:nvSpPr>
      <dsp:spPr>
        <a:xfrm>
          <a:off x="1827201" y="3228972"/>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Model Training</a:t>
          </a:r>
          <a:endParaRPr lang="en-IN" sz="1400" kern="1200" dirty="0"/>
        </a:p>
      </dsp:txBody>
      <dsp:txXfrm>
        <a:off x="2008706" y="3410477"/>
        <a:ext cx="876387" cy="876387"/>
      </dsp:txXfrm>
    </dsp:sp>
    <dsp:sp modelId="{24D814FD-2CBC-49B2-9C90-38A64E163262}">
      <dsp:nvSpPr>
        <dsp:cNvPr id="0" name=""/>
        <dsp:cNvSpPr/>
      </dsp:nvSpPr>
      <dsp:spPr>
        <a:xfrm>
          <a:off x="685743" y="2756165"/>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Testing &amp; Evaluation</a:t>
          </a:r>
          <a:endParaRPr lang="en-IN" sz="1400" kern="1200" dirty="0"/>
        </a:p>
      </dsp:txBody>
      <dsp:txXfrm>
        <a:off x="867248" y="2937670"/>
        <a:ext cx="876387" cy="876387"/>
      </dsp:txXfrm>
    </dsp:sp>
    <dsp:sp modelId="{11583D12-BBC4-44EA-A3FD-7DCF279A558F}">
      <dsp:nvSpPr>
        <dsp:cNvPr id="0" name=""/>
        <dsp:cNvSpPr/>
      </dsp:nvSpPr>
      <dsp:spPr>
        <a:xfrm>
          <a:off x="212936" y="1614707"/>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kern="1200" dirty="0"/>
            <a:t>Live News Fetching using API</a:t>
          </a:r>
        </a:p>
      </dsp:txBody>
      <dsp:txXfrm>
        <a:off x="394441" y="1796212"/>
        <a:ext cx="876387" cy="876387"/>
      </dsp:txXfrm>
    </dsp:sp>
    <dsp:sp modelId="{9629AB14-98B8-4A4C-8FD0-5BEB689279B2}">
      <dsp:nvSpPr>
        <dsp:cNvPr id="0" name=""/>
        <dsp:cNvSpPr/>
      </dsp:nvSpPr>
      <dsp:spPr>
        <a:xfrm>
          <a:off x="685743" y="473249"/>
          <a:ext cx="1239397" cy="1239397"/>
        </a:xfrm>
        <a:prstGeom prst="ellipse">
          <a:avLst/>
        </a:prstGeom>
        <a:solidFill>
          <a:schemeClr val="accent1">
            <a:alpha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Prediction</a:t>
          </a:r>
          <a:endParaRPr lang="en-IN" sz="1400" kern="1200" dirty="0"/>
        </a:p>
      </dsp:txBody>
      <dsp:txXfrm>
        <a:off x="867248" y="654754"/>
        <a:ext cx="876387" cy="876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B2A8A-23C5-4A24-B2B6-C0C801EDD45D}">
      <dsp:nvSpPr>
        <dsp:cNvPr id="0" name=""/>
        <dsp:cNvSpPr/>
      </dsp:nvSpPr>
      <dsp:spPr>
        <a:xfrm>
          <a:off x="7727637" y="0"/>
          <a:ext cx="3279234" cy="46733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This dataset is suitable for training and testing machine learning models.</a:t>
          </a:r>
          <a:endParaRPr lang="en-IN" sz="2100" kern="1200"/>
        </a:p>
      </dsp:txBody>
      <dsp:txXfrm>
        <a:off x="7727637" y="0"/>
        <a:ext cx="3279234" cy="1401997"/>
      </dsp:txXfrm>
    </dsp:sp>
    <dsp:sp modelId="{C73B8CF5-6DAB-4AF0-9ABD-A9FC7F3280D5}">
      <dsp:nvSpPr>
        <dsp:cNvPr id="0" name=""/>
        <dsp:cNvSpPr/>
      </dsp:nvSpPr>
      <dsp:spPr>
        <a:xfrm>
          <a:off x="3875190" y="0"/>
          <a:ext cx="3279234" cy="46733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Total number of records: 44,000+ news articles</a:t>
          </a:r>
          <a:endParaRPr lang="en-IN" sz="2100" kern="1200"/>
        </a:p>
      </dsp:txBody>
      <dsp:txXfrm>
        <a:off x="3875190" y="0"/>
        <a:ext cx="3279234" cy="1401997"/>
      </dsp:txXfrm>
    </dsp:sp>
    <dsp:sp modelId="{F78D8428-215D-43D9-AA5C-4CFBDCD681B6}">
      <dsp:nvSpPr>
        <dsp:cNvPr id="0" name=""/>
        <dsp:cNvSpPr/>
      </dsp:nvSpPr>
      <dsp:spPr>
        <a:xfrm>
          <a:off x="22742" y="0"/>
          <a:ext cx="3279234" cy="46733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kern="1200"/>
            <a:t>The dataset includes:</a:t>
          </a:r>
          <a:endParaRPr lang="en-IN" sz="2100" kern="1200"/>
        </a:p>
        <a:p>
          <a:pPr marL="171450" lvl="1" indent="-171450" algn="l" defTabSz="711200">
            <a:lnSpc>
              <a:spcPct val="90000"/>
            </a:lnSpc>
            <a:spcBef>
              <a:spcPct val="0"/>
            </a:spcBef>
            <a:spcAft>
              <a:spcPct val="15000"/>
            </a:spcAft>
            <a:buChar char="•"/>
          </a:pPr>
          <a:r>
            <a:rPr lang="en-US" sz="1600" kern="1200"/>
            <a:t>News headlines and articles</a:t>
          </a:r>
          <a:endParaRPr lang="en-IN" sz="1600" kern="1200"/>
        </a:p>
        <a:p>
          <a:pPr marL="171450" lvl="1" indent="-171450" algn="l" defTabSz="711200">
            <a:lnSpc>
              <a:spcPct val="90000"/>
            </a:lnSpc>
            <a:spcBef>
              <a:spcPct val="0"/>
            </a:spcBef>
            <a:spcAft>
              <a:spcPct val="15000"/>
            </a:spcAft>
            <a:buChar char="•"/>
          </a:pPr>
          <a:r>
            <a:rPr lang="en-US" sz="1600" kern="1200"/>
            <a:t>News labels (Real or Fake)</a:t>
          </a:r>
          <a:endParaRPr lang="en-IN" sz="1600" kern="1200"/>
        </a:p>
      </dsp:txBody>
      <dsp:txXfrm>
        <a:off x="22742" y="0"/>
        <a:ext cx="3279234" cy="1401997"/>
      </dsp:txXfrm>
    </dsp:sp>
    <dsp:sp modelId="{1D563335-C807-4AE2-A242-2CBCB70FDDA1}">
      <dsp:nvSpPr>
        <dsp:cNvPr id="0" name=""/>
        <dsp:cNvSpPr/>
      </dsp:nvSpPr>
      <dsp:spPr>
        <a:xfrm>
          <a:off x="1455229" y="2227678"/>
          <a:ext cx="2866061" cy="143303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a:t>The dataset used in this project consists of two CSV files:</a:t>
          </a:r>
          <a:endParaRPr lang="en-IN" sz="2500" kern="1200"/>
        </a:p>
      </dsp:txBody>
      <dsp:txXfrm>
        <a:off x="1497201" y="2269650"/>
        <a:ext cx="2782117" cy="1349086"/>
      </dsp:txXfrm>
    </dsp:sp>
    <dsp:sp modelId="{339247CB-1932-4A25-98E2-36F67CB480C8}">
      <dsp:nvSpPr>
        <dsp:cNvPr id="0" name=""/>
        <dsp:cNvSpPr/>
      </dsp:nvSpPr>
      <dsp:spPr>
        <a:xfrm rot="20070206">
          <a:off x="4228845" y="2507989"/>
          <a:ext cx="1898480" cy="55195"/>
        </a:xfrm>
        <a:custGeom>
          <a:avLst/>
          <a:gdLst/>
          <a:ahLst/>
          <a:cxnLst/>
          <a:rect l="0" t="0" r="0" b="0"/>
          <a:pathLst>
            <a:path>
              <a:moveTo>
                <a:pt x="0" y="27597"/>
              </a:moveTo>
              <a:lnTo>
                <a:pt x="1898480" y="27597"/>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5130624" y="2488124"/>
        <a:ext cx="94924" cy="94924"/>
      </dsp:txXfrm>
    </dsp:sp>
    <dsp:sp modelId="{C73B730A-B88E-4D69-AFB0-063BA7527A45}">
      <dsp:nvSpPr>
        <dsp:cNvPr id="0" name=""/>
        <dsp:cNvSpPr/>
      </dsp:nvSpPr>
      <dsp:spPr>
        <a:xfrm>
          <a:off x="6034880" y="1410464"/>
          <a:ext cx="2866061" cy="143303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True.csv – Contains real news articles</a:t>
          </a:r>
          <a:endParaRPr lang="en-IN" sz="2500" kern="1200" dirty="0"/>
        </a:p>
      </dsp:txBody>
      <dsp:txXfrm>
        <a:off x="6076852" y="1452436"/>
        <a:ext cx="2782117" cy="1349086"/>
      </dsp:txXfrm>
    </dsp:sp>
    <dsp:sp modelId="{DB67EC20-7187-4FAB-96E0-927F73F2A208}">
      <dsp:nvSpPr>
        <dsp:cNvPr id="0" name=""/>
        <dsp:cNvSpPr/>
      </dsp:nvSpPr>
      <dsp:spPr>
        <a:xfrm rot="1699637">
          <a:off x="4207094" y="3369104"/>
          <a:ext cx="1907275" cy="55195"/>
        </a:xfrm>
        <a:custGeom>
          <a:avLst/>
          <a:gdLst/>
          <a:ahLst/>
          <a:cxnLst/>
          <a:rect l="0" t="0" r="0" b="0"/>
          <a:pathLst>
            <a:path>
              <a:moveTo>
                <a:pt x="0" y="27597"/>
              </a:moveTo>
              <a:lnTo>
                <a:pt x="1907275" y="27597"/>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5113050" y="3349020"/>
        <a:ext cx="95363" cy="95363"/>
      </dsp:txXfrm>
    </dsp:sp>
    <dsp:sp modelId="{C60FD240-1889-43EF-81CA-6D25BB554548}">
      <dsp:nvSpPr>
        <dsp:cNvPr id="0" name=""/>
        <dsp:cNvSpPr/>
      </dsp:nvSpPr>
      <dsp:spPr>
        <a:xfrm>
          <a:off x="6000172" y="3132695"/>
          <a:ext cx="2866061" cy="143303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Fake.csv – Contains fake news articles</a:t>
          </a:r>
          <a:endParaRPr lang="en-IN" sz="2500" kern="1200" dirty="0"/>
        </a:p>
      </dsp:txBody>
      <dsp:txXfrm>
        <a:off x="6042144" y="3174667"/>
        <a:ext cx="2782117" cy="13490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80230-558D-46CB-954C-06B16A6CD6C1}">
      <dsp:nvSpPr>
        <dsp:cNvPr id="0" name=""/>
        <dsp:cNvSpPr/>
      </dsp:nvSpPr>
      <dsp:spPr>
        <a:xfrm>
          <a:off x="0" y="0"/>
          <a:ext cx="8823692" cy="100645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Machine learning models cannot understand text directly</a:t>
          </a:r>
          <a:r>
            <a:rPr lang="en-US" sz="2800" kern="1200" dirty="0"/>
            <a:t>.</a:t>
          </a:r>
          <a:endParaRPr lang="en-IN" sz="2800" kern="1200" dirty="0"/>
        </a:p>
      </dsp:txBody>
      <dsp:txXfrm>
        <a:off x="29478" y="29478"/>
        <a:ext cx="7652598" cy="947502"/>
      </dsp:txXfrm>
    </dsp:sp>
    <dsp:sp modelId="{DE51F4F8-12B6-4F78-8D1E-BE639569C669}">
      <dsp:nvSpPr>
        <dsp:cNvPr id="0" name=""/>
        <dsp:cNvSpPr/>
      </dsp:nvSpPr>
      <dsp:spPr>
        <a:xfrm>
          <a:off x="738984" y="1189451"/>
          <a:ext cx="8823692" cy="100645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Therefore, we use TF-IDF (Term Frequency – Inverse Document Frequency) vectorization technique.</a:t>
          </a:r>
          <a:endParaRPr lang="en-IN" sz="2000" kern="1200" dirty="0"/>
        </a:p>
      </dsp:txBody>
      <dsp:txXfrm>
        <a:off x="768462" y="1218929"/>
        <a:ext cx="7371553" cy="947502"/>
      </dsp:txXfrm>
    </dsp:sp>
    <dsp:sp modelId="{66828668-FB81-4934-B08A-0846337F8F0A}">
      <dsp:nvSpPr>
        <dsp:cNvPr id="0" name=""/>
        <dsp:cNvSpPr/>
      </dsp:nvSpPr>
      <dsp:spPr>
        <a:xfrm>
          <a:off x="1686825" y="2400662"/>
          <a:ext cx="8823692" cy="128701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TF-IDF:</a:t>
          </a:r>
          <a:endParaRPr lang="en-IN" sz="2000" kern="1200" dirty="0"/>
        </a:p>
        <a:p>
          <a:pPr marL="228600" lvl="1" indent="-228600" algn="l" defTabSz="889000">
            <a:lnSpc>
              <a:spcPct val="90000"/>
            </a:lnSpc>
            <a:spcBef>
              <a:spcPct val="0"/>
            </a:spcBef>
            <a:spcAft>
              <a:spcPct val="15000"/>
            </a:spcAft>
            <a:buChar char="•"/>
          </a:pPr>
          <a:r>
            <a:rPr lang="en-US" sz="2000" kern="1200" dirty="0"/>
            <a:t>Converts text into numerical form</a:t>
          </a:r>
          <a:endParaRPr lang="en-IN" sz="2000" kern="1200" dirty="0"/>
        </a:p>
        <a:p>
          <a:pPr marL="228600" lvl="1" indent="-228600" algn="l" defTabSz="889000">
            <a:lnSpc>
              <a:spcPct val="90000"/>
            </a:lnSpc>
            <a:spcBef>
              <a:spcPct val="0"/>
            </a:spcBef>
            <a:spcAft>
              <a:spcPct val="15000"/>
            </a:spcAft>
            <a:buChar char="•"/>
          </a:pPr>
          <a:r>
            <a:rPr lang="en-US" sz="2000" kern="1200" dirty="0"/>
            <a:t>Gives importance to meaningful words</a:t>
          </a:r>
          <a:endParaRPr lang="en-IN" sz="2000" kern="1200" dirty="0"/>
        </a:p>
        <a:p>
          <a:pPr marL="228600" lvl="1" indent="-228600" algn="l" defTabSz="889000">
            <a:lnSpc>
              <a:spcPct val="90000"/>
            </a:lnSpc>
            <a:spcBef>
              <a:spcPct val="0"/>
            </a:spcBef>
            <a:spcAft>
              <a:spcPct val="15000"/>
            </a:spcAft>
            <a:buChar char="•"/>
          </a:pPr>
          <a:r>
            <a:rPr lang="en-US" sz="2000" kern="1200" dirty="0"/>
            <a:t>Reduces the effect of common words</a:t>
          </a:r>
          <a:endParaRPr lang="en-IN" sz="2000" kern="1200" dirty="0"/>
        </a:p>
      </dsp:txBody>
      <dsp:txXfrm>
        <a:off x="1724520" y="2438357"/>
        <a:ext cx="7366149" cy="1211629"/>
      </dsp:txXfrm>
    </dsp:sp>
    <dsp:sp modelId="{2B2D2595-D7A0-4DFE-B4CC-E67D380B2352}">
      <dsp:nvSpPr>
        <dsp:cNvPr id="0" name=""/>
        <dsp:cNvSpPr/>
      </dsp:nvSpPr>
      <dsp:spPr>
        <a:xfrm>
          <a:off x="2205922" y="3871992"/>
          <a:ext cx="8823692" cy="702820"/>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This helps the model understand the context of the news.</a:t>
          </a:r>
          <a:endParaRPr lang="en-IN" sz="2000" kern="1200" dirty="0"/>
        </a:p>
      </dsp:txBody>
      <dsp:txXfrm>
        <a:off x="2226507" y="3892577"/>
        <a:ext cx="7389339" cy="661650"/>
      </dsp:txXfrm>
    </dsp:sp>
    <dsp:sp modelId="{CE5C4AE7-017C-4F2E-AAEC-FE57DA3BB146}">
      <dsp:nvSpPr>
        <dsp:cNvPr id="0" name=""/>
        <dsp:cNvSpPr/>
      </dsp:nvSpPr>
      <dsp:spPr>
        <a:xfrm>
          <a:off x="8169493" y="770855"/>
          <a:ext cx="654198" cy="654198"/>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IN" sz="3100" kern="1200"/>
        </a:p>
      </dsp:txBody>
      <dsp:txXfrm>
        <a:off x="8316688" y="770855"/>
        <a:ext cx="359808" cy="492284"/>
      </dsp:txXfrm>
    </dsp:sp>
    <dsp:sp modelId="{5F4A4892-0161-4A35-AB28-A55C7A34917B}">
      <dsp:nvSpPr>
        <dsp:cNvPr id="0" name=""/>
        <dsp:cNvSpPr/>
      </dsp:nvSpPr>
      <dsp:spPr>
        <a:xfrm>
          <a:off x="8908477" y="1960307"/>
          <a:ext cx="654198" cy="654198"/>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IN" sz="3100" kern="1200"/>
        </a:p>
      </dsp:txBody>
      <dsp:txXfrm>
        <a:off x="9055672" y="1960307"/>
        <a:ext cx="359808" cy="492284"/>
      </dsp:txXfrm>
    </dsp:sp>
    <dsp:sp modelId="{F40F4A3E-5283-4DA6-8F12-3A24024008BB}">
      <dsp:nvSpPr>
        <dsp:cNvPr id="0" name=""/>
        <dsp:cNvSpPr/>
      </dsp:nvSpPr>
      <dsp:spPr>
        <a:xfrm>
          <a:off x="9636432" y="3149758"/>
          <a:ext cx="654198" cy="654198"/>
        </a:xfrm>
        <a:prstGeom prst="downArrow">
          <a:avLst>
            <a:gd name="adj1" fmla="val 55000"/>
            <a:gd name="adj2" fmla="val 45000"/>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IN" sz="3100" kern="1200"/>
        </a:p>
      </dsp:txBody>
      <dsp:txXfrm>
        <a:off x="9783627" y="3149758"/>
        <a:ext cx="359808" cy="4922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36F97D-267E-4AD6-93DA-4BBDC1FB9F51}">
      <dsp:nvSpPr>
        <dsp:cNvPr id="0" name=""/>
        <dsp:cNvSpPr/>
      </dsp:nvSpPr>
      <dsp:spPr>
        <a:xfrm>
          <a:off x="3529476" y="185"/>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User Input (News Text)      </a:t>
          </a:r>
        </a:p>
      </dsp:txBody>
      <dsp:txXfrm>
        <a:off x="3556795" y="27504"/>
        <a:ext cx="3916023" cy="504997"/>
      </dsp:txXfrm>
    </dsp:sp>
    <dsp:sp modelId="{B96524D3-66A2-491A-9B7D-C9ADEFD4E3A3}">
      <dsp:nvSpPr>
        <dsp:cNvPr id="0" name=""/>
        <dsp:cNvSpPr/>
      </dsp:nvSpPr>
      <dsp:spPr>
        <a:xfrm>
          <a:off x="3529476" y="587802"/>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a:t>
          </a:r>
        </a:p>
      </dsp:txBody>
      <dsp:txXfrm>
        <a:off x="3556795" y="615121"/>
        <a:ext cx="3916023" cy="504997"/>
      </dsp:txXfrm>
    </dsp:sp>
    <dsp:sp modelId="{7D5F89EE-F91E-4D5C-8D0E-09915D5F0E31}">
      <dsp:nvSpPr>
        <dsp:cNvPr id="0" name=""/>
        <dsp:cNvSpPr/>
      </dsp:nvSpPr>
      <dsp:spPr>
        <a:xfrm>
          <a:off x="3529476" y="1175419"/>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Text Preprocessing(Cleaning, Stopwords Removal, Normalization)   </a:t>
          </a:r>
        </a:p>
      </dsp:txBody>
      <dsp:txXfrm>
        <a:off x="3556795" y="1202738"/>
        <a:ext cx="3916023" cy="504997"/>
      </dsp:txXfrm>
    </dsp:sp>
    <dsp:sp modelId="{C7AFE0D4-49E8-40D1-ABEE-D56BC0BEACD4}">
      <dsp:nvSpPr>
        <dsp:cNvPr id="0" name=""/>
        <dsp:cNvSpPr/>
      </dsp:nvSpPr>
      <dsp:spPr>
        <a:xfrm>
          <a:off x="3529476" y="1763036"/>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Feature Extraction(TF-IDF Vectorization)       </a:t>
          </a:r>
        </a:p>
      </dsp:txBody>
      <dsp:txXfrm>
        <a:off x="3556795" y="1790355"/>
        <a:ext cx="3916023" cy="504997"/>
      </dsp:txXfrm>
    </dsp:sp>
    <dsp:sp modelId="{19639A97-CA54-499D-91BE-BBC862E533DA}">
      <dsp:nvSpPr>
        <dsp:cNvPr id="0" name=""/>
        <dsp:cNvSpPr/>
      </dsp:nvSpPr>
      <dsp:spPr>
        <a:xfrm>
          <a:off x="3529476" y="2350652"/>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a:t>
          </a:r>
        </a:p>
      </dsp:txBody>
      <dsp:txXfrm>
        <a:off x="3556795" y="2377971"/>
        <a:ext cx="3916023" cy="504997"/>
      </dsp:txXfrm>
    </dsp:sp>
    <dsp:sp modelId="{7F391FC9-AAD4-49F5-898D-82DEAFC8560A}">
      <dsp:nvSpPr>
        <dsp:cNvPr id="0" name=""/>
        <dsp:cNvSpPr/>
      </dsp:nvSpPr>
      <dsp:spPr>
        <a:xfrm>
          <a:off x="3529476" y="2938269"/>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Machine Learning Model(Logistic Regression Classifier)        </a:t>
          </a:r>
        </a:p>
      </dsp:txBody>
      <dsp:txXfrm>
        <a:off x="3556795" y="2965588"/>
        <a:ext cx="3916023" cy="504997"/>
      </dsp:txXfrm>
    </dsp:sp>
    <dsp:sp modelId="{9221AB7A-C5B6-4F19-B86C-51AD790E6F1E}">
      <dsp:nvSpPr>
        <dsp:cNvPr id="0" name=""/>
        <dsp:cNvSpPr/>
      </dsp:nvSpPr>
      <dsp:spPr>
        <a:xfrm>
          <a:off x="3529476" y="3525886"/>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  </a:t>
          </a:r>
        </a:p>
      </dsp:txBody>
      <dsp:txXfrm>
        <a:off x="3556795" y="3553205"/>
        <a:ext cx="3916023" cy="504997"/>
      </dsp:txXfrm>
    </dsp:sp>
    <dsp:sp modelId="{3A48045A-0C6D-44B3-AEF9-A33DBD261CE3}">
      <dsp:nvSpPr>
        <dsp:cNvPr id="0" name=""/>
        <dsp:cNvSpPr/>
      </dsp:nvSpPr>
      <dsp:spPr>
        <a:xfrm>
          <a:off x="3529476" y="4113503"/>
          <a:ext cx="3970661" cy="559635"/>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Prediction Result(Real News / Fake News)</a:t>
          </a:r>
        </a:p>
      </dsp:txBody>
      <dsp:txXfrm>
        <a:off x="3556795" y="4140822"/>
        <a:ext cx="3916023" cy="5049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25A901-CA5C-44EB-828D-6D6FDEBA2115}">
      <dsp:nvSpPr>
        <dsp:cNvPr id="0" name=""/>
        <dsp:cNvSpPr/>
      </dsp:nvSpPr>
      <dsp:spPr>
        <a:xfrm rot="5400000">
          <a:off x="2483374" y="979647"/>
          <a:ext cx="747036" cy="850474"/>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9569BA-0400-4DFC-8E0D-E205273FCC8E}">
      <dsp:nvSpPr>
        <dsp:cNvPr id="0" name=""/>
        <dsp:cNvSpPr/>
      </dsp:nvSpPr>
      <dsp:spPr>
        <a:xfrm>
          <a:off x="2019493" y="30276"/>
          <a:ext cx="1862258" cy="880257"/>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User enters news text</a:t>
          </a:r>
          <a:endParaRPr lang="en-IN" sz="2000" kern="1200" dirty="0"/>
        </a:p>
      </dsp:txBody>
      <dsp:txXfrm>
        <a:off x="2062471" y="73254"/>
        <a:ext cx="1776302" cy="794301"/>
      </dsp:txXfrm>
    </dsp:sp>
    <dsp:sp modelId="{A0032A60-3C3D-4E57-BAFC-D29DD1FC00F1}">
      <dsp:nvSpPr>
        <dsp:cNvPr id="0" name=""/>
        <dsp:cNvSpPr/>
      </dsp:nvSpPr>
      <dsp:spPr>
        <a:xfrm>
          <a:off x="3579407" y="114229"/>
          <a:ext cx="914636" cy="711463"/>
        </a:xfrm>
        <a:prstGeom prst="rect">
          <a:avLst/>
        </a:prstGeom>
        <a:noFill/>
        <a:ln>
          <a:noFill/>
        </a:ln>
        <a:effectLst/>
      </dsp:spPr>
      <dsp:style>
        <a:lnRef idx="0">
          <a:scrgbClr r="0" g="0" b="0"/>
        </a:lnRef>
        <a:fillRef idx="0">
          <a:scrgbClr r="0" g="0" b="0"/>
        </a:fillRef>
        <a:effectRef idx="0">
          <a:scrgbClr r="0" g="0" b="0"/>
        </a:effectRef>
        <a:fontRef idx="minor"/>
      </dsp:style>
    </dsp:sp>
    <dsp:sp modelId="{B1ECA090-42BB-40E7-8380-AEEADB7401C6}">
      <dsp:nvSpPr>
        <dsp:cNvPr id="0" name=""/>
        <dsp:cNvSpPr/>
      </dsp:nvSpPr>
      <dsp:spPr>
        <a:xfrm rot="5400000">
          <a:off x="3865392" y="1968467"/>
          <a:ext cx="747036" cy="850474"/>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C92A44-426D-4D8E-948C-B8EA0CB5B66A}">
      <dsp:nvSpPr>
        <dsp:cNvPr id="0" name=""/>
        <dsp:cNvSpPr/>
      </dsp:nvSpPr>
      <dsp:spPr>
        <a:xfrm>
          <a:off x="3401295" y="1067598"/>
          <a:ext cx="2299239" cy="880257"/>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Text preprocessing cleaning</a:t>
          </a:r>
          <a:endParaRPr lang="en-IN" sz="2000" kern="1200" dirty="0"/>
        </a:p>
      </dsp:txBody>
      <dsp:txXfrm>
        <a:off x="3444273" y="1110576"/>
        <a:ext cx="2213283" cy="794301"/>
      </dsp:txXfrm>
    </dsp:sp>
    <dsp:sp modelId="{DD8CE25D-01A7-461A-A106-574ED268182A}">
      <dsp:nvSpPr>
        <dsp:cNvPr id="0" name=""/>
        <dsp:cNvSpPr/>
      </dsp:nvSpPr>
      <dsp:spPr>
        <a:xfrm>
          <a:off x="4985681" y="1103048"/>
          <a:ext cx="914636" cy="711463"/>
        </a:xfrm>
        <a:prstGeom prst="rect">
          <a:avLst/>
        </a:prstGeom>
        <a:noFill/>
        <a:ln>
          <a:noFill/>
        </a:ln>
        <a:effectLst/>
      </dsp:spPr>
      <dsp:style>
        <a:lnRef idx="0">
          <a:scrgbClr r="0" g="0" b="0"/>
        </a:lnRef>
        <a:fillRef idx="0">
          <a:scrgbClr r="0" g="0" b="0"/>
        </a:fillRef>
        <a:effectRef idx="0">
          <a:scrgbClr r="0" g="0" b="0"/>
        </a:effectRef>
        <a:fontRef idx="minor"/>
      </dsp:style>
    </dsp:sp>
    <dsp:sp modelId="{F37B9FC0-9CE6-4A61-ACCD-FDA4513372E1}">
      <dsp:nvSpPr>
        <dsp:cNvPr id="0" name=""/>
        <dsp:cNvSpPr/>
      </dsp:nvSpPr>
      <dsp:spPr>
        <a:xfrm rot="5400000">
          <a:off x="5265764" y="2920906"/>
          <a:ext cx="747036" cy="850474"/>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E6CD01-AD38-4D03-BCC3-58CC6B18EA97}">
      <dsp:nvSpPr>
        <dsp:cNvPr id="0" name=""/>
        <dsp:cNvSpPr/>
      </dsp:nvSpPr>
      <dsp:spPr>
        <a:xfrm>
          <a:off x="4795232" y="2007916"/>
          <a:ext cx="2651647" cy="880257"/>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TF-IDF feature extraction</a:t>
          </a:r>
          <a:endParaRPr lang="en-IN" sz="2000" kern="1200" dirty="0"/>
        </a:p>
      </dsp:txBody>
      <dsp:txXfrm>
        <a:off x="4838210" y="2050894"/>
        <a:ext cx="2565691" cy="794301"/>
      </dsp:txXfrm>
    </dsp:sp>
    <dsp:sp modelId="{160B289D-A96D-4AF9-980B-5561B224C3A0}">
      <dsp:nvSpPr>
        <dsp:cNvPr id="0" name=""/>
        <dsp:cNvSpPr/>
      </dsp:nvSpPr>
      <dsp:spPr>
        <a:xfrm>
          <a:off x="6349670" y="2091868"/>
          <a:ext cx="914636" cy="711463"/>
        </a:xfrm>
        <a:prstGeom prst="rect">
          <a:avLst/>
        </a:prstGeom>
        <a:noFill/>
        <a:ln>
          <a:noFill/>
        </a:ln>
        <a:effectLst/>
      </dsp:spPr>
      <dsp:style>
        <a:lnRef idx="0">
          <a:scrgbClr r="0" g="0" b="0"/>
        </a:lnRef>
        <a:fillRef idx="0">
          <a:scrgbClr r="0" g="0" b="0"/>
        </a:fillRef>
        <a:effectRef idx="0">
          <a:scrgbClr r="0" g="0" b="0"/>
        </a:effectRef>
        <a:fontRef idx="minor"/>
      </dsp:style>
    </dsp:sp>
    <dsp:sp modelId="{C9C17BA8-29EA-4894-BE3C-BB7733B9DC0F}">
      <dsp:nvSpPr>
        <dsp:cNvPr id="0" name=""/>
        <dsp:cNvSpPr/>
      </dsp:nvSpPr>
      <dsp:spPr>
        <a:xfrm rot="5400000">
          <a:off x="6732670" y="3958231"/>
          <a:ext cx="747036" cy="850474"/>
        </a:xfrm>
        <a:prstGeom prst="bentUpArrow">
          <a:avLst>
            <a:gd name="adj1" fmla="val 32840"/>
            <a:gd name="adj2" fmla="val 25000"/>
            <a:gd name="adj3" fmla="val 35780"/>
          </a:avLst>
        </a:prstGeom>
        <a:solidFill>
          <a:schemeClr val="accent1">
            <a:tint val="5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F22074F-DC36-4CD3-981E-1AD7489A86AA}">
      <dsp:nvSpPr>
        <dsp:cNvPr id="0" name=""/>
        <dsp:cNvSpPr/>
      </dsp:nvSpPr>
      <dsp:spPr>
        <a:xfrm>
          <a:off x="6177047" y="3020987"/>
          <a:ext cx="2433798" cy="880257"/>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Machine Learning model</a:t>
          </a:r>
          <a:endParaRPr lang="en-IN" sz="2000" kern="1200" dirty="0"/>
        </a:p>
      </dsp:txBody>
      <dsp:txXfrm>
        <a:off x="6220025" y="3063965"/>
        <a:ext cx="2347842" cy="794301"/>
      </dsp:txXfrm>
    </dsp:sp>
    <dsp:sp modelId="{ECD6573A-B1EB-4C7B-A2CE-8FE9563CEA52}">
      <dsp:nvSpPr>
        <dsp:cNvPr id="0" name=""/>
        <dsp:cNvSpPr/>
      </dsp:nvSpPr>
      <dsp:spPr>
        <a:xfrm>
          <a:off x="7428529" y="3080688"/>
          <a:ext cx="914636" cy="711463"/>
        </a:xfrm>
        <a:prstGeom prst="rect">
          <a:avLst/>
        </a:prstGeom>
        <a:noFill/>
        <a:ln>
          <a:noFill/>
        </a:ln>
        <a:effectLst/>
      </dsp:spPr>
      <dsp:style>
        <a:lnRef idx="0">
          <a:scrgbClr r="0" g="0" b="0"/>
        </a:lnRef>
        <a:fillRef idx="0">
          <a:scrgbClr r="0" g="0" b="0"/>
        </a:fillRef>
        <a:effectRef idx="0">
          <a:scrgbClr r="0" g="0" b="0"/>
        </a:effectRef>
        <a:fontRef idx="minor"/>
      </dsp:style>
    </dsp:sp>
    <dsp:sp modelId="{9A7FEB67-F04D-45A9-B7E2-C5CD2B62260F}">
      <dsp:nvSpPr>
        <dsp:cNvPr id="0" name=""/>
        <dsp:cNvSpPr/>
      </dsp:nvSpPr>
      <dsp:spPr>
        <a:xfrm>
          <a:off x="7655857" y="4015832"/>
          <a:ext cx="2239491" cy="880257"/>
        </a:xfrm>
        <a:prstGeom prst="roundRect">
          <a:avLst>
            <a:gd name="adj" fmla="val 1667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Prediction: Real or Fake</a:t>
          </a:r>
          <a:endParaRPr lang="en-IN" sz="2000" kern="1200" dirty="0"/>
        </a:p>
      </dsp:txBody>
      <dsp:txXfrm>
        <a:off x="7698835" y="4058810"/>
        <a:ext cx="2153535" cy="794301"/>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3</a:t>
            </a:fld>
            <a:endParaRPr lang="en-IN"/>
          </a:p>
        </p:txBody>
      </p:sp>
    </p:spTree>
    <p:extLst>
      <p:ext uri="{BB962C8B-B14F-4D97-AF65-F5344CB8AC3E}">
        <p14:creationId xmlns:p14="http://schemas.microsoft.com/office/powerpoint/2010/main" val="77461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6</a:t>
            </a:fld>
            <a:endParaRPr lang="en-IN"/>
          </a:p>
        </p:txBody>
      </p:sp>
    </p:spTree>
    <p:extLst>
      <p:ext uri="{BB962C8B-B14F-4D97-AF65-F5344CB8AC3E}">
        <p14:creationId xmlns:p14="http://schemas.microsoft.com/office/powerpoint/2010/main" val="857801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1/20/2026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1/20/2026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1/20/2026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1/20/2026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1/20/2026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1/20/2026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1/20/2026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1/20/2026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1/20/2026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natural-language-processing-nlp-tutorial/" TargetMode="External"/><Relationship Id="rId2" Type="http://schemas.openxmlformats.org/officeDocument/2006/relationships/hyperlink" Target="https://www.kaggle.com/datasets/clmentbisaillon/fake-and-real-news-dataset" TargetMode="External"/><Relationship Id="rId1" Type="http://schemas.openxmlformats.org/officeDocument/2006/relationships/slideLayout" Target="../slideLayouts/slideLayout2.xml"/><Relationship Id="rId6" Type="http://schemas.openxmlformats.org/officeDocument/2006/relationships/hyperlink" Target="https://ieeexplore.ieee.org/document/8622048" TargetMode="External"/><Relationship Id="rId5" Type="http://schemas.openxmlformats.org/officeDocument/2006/relationships/hyperlink" Target="https://scikit-learn.org/stable/modules/linear_model.html" TargetMode="External"/><Relationship Id="rId4" Type="http://schemas.openxmlformats.org/officeDocument/2006/relationships/hyperlink" Target="https://www.analyticsvidhya.com/blog/2021/09/what-is-tf-idf/"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kirti-dandre/Fake_News_Detector.gi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tx2"/>
                </a:solidFill>
                <a:latin typeface="Arial" panose="020B0604020202020204" pitchFamily="34" charset="0"/>
                <a:cs typeface="Arial" panose="020B0604020202020204" pitchFamily="34" charset="0"/>
              </a:rPr>
              <a:t>Project</a:t>
            </a:r>
            <a:r>
              <a:rPr lang="en-US" b="1" dirty="0">
                <a:solidFill>
                  <a:schemeClr val="accent1"/>
                </a:solidFill>
                <a:latin typeface="Arial" panose="020B0604020202020204" pitchFamily="34" charset="0"/>
                <a:cs typeface="Arial" panose="020B0604020202020204" pitchFamily="34" charset="0"/>
              </a:rPr>
              <a:t> </a:t>
            </a:r>
            <a:r>
              <a:rPr lang="en-US" b="1" dirty="0">
                <a:solidFill>
                  <a:schemeClr val="tx2"/>
                </a:solidFill>
                <a:latin typeface="Arial" panose="020B0604020202020204" pitchFamily="34" charset="0"/>
                <a:cs typeface="Arial" panose="020B0604020202020204" pitchFamily="34" charset="0"/>
              </a:rPr>
              <a:t>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1839686" y="4058588"/>
            <a:ext cx="9342694"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Font typeface="+mj-lt"/>
              <a:buAutoNum type="arabicPeriod"/>
            </a:pPr>
            <a:r>
              <a:rPr lang="en-US" sz="2000" b="1" dirty="0">
                <a:solidFill>
                  <a:schemeClr val="accent1">
                    <a:lumMod val="75000"/>
                  </a:schemeClr>
                </a:solidFill>
                <a:latin typeface="Arial"/>
                <a:cs typeface="Arial"/>
              </a:rPr>
              <a:t>Student Name-  KIRTI DANDRE</a:t>
            </a:r>
          </a:p>
          <a:p>
            <a:pPr marL="457200" indent="-457200">
              <a:buAutoNum type="arabicPeriod"/>
            </a:pPr>
            <a:r>
              <a:rPr lang="en-US" sz="2000" b="1" dirty="0">
                <a:solidFill>
                  <a:schemeClr val="accent1">
                    <a:lumMod val="75000"/>
                  </a:schemeClr>
                </a:solidFill>
                <a:latin typeface="Arial"/>
                <a:cs typeface="Arial"/>
              </a:rPr>
              <a:t>College Name-   IES College of Technology Bhopal, Madhya Pradesh</a:t>
            </a:r>
          </a:p>
          <a:p>
            <a:pPr marL="457200" indent="-457200">
              <a:buAutoNum type="arabicPeriod"/>
            </a:pPr>
            <a:r>
              <a:rPr lang="en-US" sz="2000" b="1" dirty="0">
                <a:solidFill>
                  <a:schemeClr val="accent1">
                    <a:lumMod val="75000"/>
                  </a:schemeClr>
                </a:solidFill>
                <a:latin typeface="Arial"/>
                <a:cs typeface="Arial"/>
              </a:rPr>
              <a:t>Department   -    CSE</a:t>
            </a:r>
          </a:p>
          <a:p>
            <a:pPr marL="457200" indent="-457200">
              <a:buAutoNum type="arabicPeriod"/>
            </a:pPr>
            <a:r>
              <a:rPr lang="en-US" sz="2000" b="1" dirty="0">
                <a:solidFill>
                  <a:schemeClr val="accent1">
                    <a:lumMod val="75000"/>
                  </a:schemeClr>
                </a:solidFill>
                <a:latin typeface="Arial"/>
                <a:cs typeface="Arial"/>
              </a:rPr>
              <a:t>Branch       -        Artificial Intelligence &amp; Machine Learning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p:txBody>
          <a:bodyPr>
            <a:noAutofit/>
          </a:bodyPr>
          <a:lstStyle/>
          <a:p>
            <a:r>
              <a:rPr lang="en-US" sz="3200" b="1" dirty="0">
                <a:solidFill>
                  <a:schemeClr val="tx2"/>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sz="half" idx="1"/>
          </p:nvPr>
        </p:nvSpPr>
        <p:spPr/>
        <p:txBody>
          <a:bodyPr vert="horz" lIns="91440" tIns="45720" rIns="91440" bIns="45720" rtlCol="0" anchor="t">
            <a:noAutofit/>
          </a:bodyPr>
          <a:lstStyle/>
          <a:p>
            <a:pPr>
              <a:buFont typeface="Wingdings" panose="05000000000000000000" pitchFamily="2" charset="2"/>
              <a:buChar char="Ø"/>
            </a:pPr>
            <a:r>
              <a:rPr lang="en-US" sz="2000" b="1" dirty="0">
                <a:latin typeface="Arial"/>
                <a:ea typeface="+mn-lt"/>
                <a:cs typeface="Arial"/>
              </a:rPr>
              <a:t> </a:t>
            </a:r>
            <a:r>
              <a:rPr lang="en-US" sz="2000" b="1" dirty="0">
                <a:ea typeface="+mn-lt"/>
                <a:cs typeface="+mn-lt"/>
              </a:rPr>
              <a:t>Introduction</a:t>
            </a:r>
            <a:endParaRPr lang="en-US" sz="2000" b="1" dirty="0"/>
          </a:p>
          <a:p>
            <a:pPr marL="342900" indent="-342900">
              <a:buFont typeface="Wingdings"/>
              <a:buChar char="Ø"/>
            </a:pPr>
            <a:r>
              <a:rPr lang="en-US" sz="2000" b="1" dirty="0">
                <a:ea typeface="+mn-lt"/>
                <a:cs typeface="+mn-lt"/>
              </a:rPr>
              <a:t>Problem Statement</a:t>
            </a:r>
            <a:endParaRPr lang="en-US" sz="2000" b="1" dirty="0"/>
          </a:p>
          <a:p>
            <a:pPr marL="342900" indent="-342900">
              <a:buFont typeface="Wingdings"/>
              <a:buChar char="Ø"/>
            </a:pPr>
            <a:r>
              <a:rPr lang="en-US" sz="2000" b="1" dirty="0">
                <a:ea typeface="+mn-lt"/>
                <a:cs typeface="+mn-lt"/>
              </a:rPr>
              <a:t>Proposed Solution</a:t>
            </a:r>
            <a:endParaRPr lang="en-US" sz="2000" b="1" dirty="0"/>
          </a:p>
          <a:p>
            <a:pPr marL="342900" indent="-342900">
              <a:buFont typeface="Wingdings"/>
              <a:buChar char="Ø"/>
            </a:pPr>
            <a:r>
              <a:rPr lang="en-US" sz="2000" b="1" dirty="0">
                <a:ea typeface="+mn-lt"/>
                <a:cs typeface="+mn-lt"/>
              </a:rPr>
              <a:t>System Approach</a:t>
            </a:r>
            <a:endParaRPr lang="en-US" sz="2000" b="1" dirty="0"/>
          </a:p>
          <a:p>
            <a:pPr marL="342900" indent="-342900">
              <a:buFont typeface="Wingdings"/>
              <a:buChar char="Ø"/>
            </a:pPr>
            <a:r>
              <a:rPr lang="en-US" sz="2000" b="1" dirty="0">
                <a:ea typeface="+mn-lt"/>
                <a:cs typeface="+mn-lt"/>
              </a:rPr>
              <a:t>Dataset Description</a:t>
            </a:r>
            <a:endParaRPr lang="en-US" sz="2000" b="1" dirty="0"/>
          </a:p>
          <a:p>
            <a:pPr marL="342900" indent="-342900">
              <a:buFont typeface="Wingdings"/>
              <a:buChar char="Ø"/>
            </a:pPr>
            <a:r>
              <a:rPr lang="en-US" sz="2000" b="1" dirty="0">
                <a:ea typeface="+mn-lt"/>
                <a:cs typeface="+mn-lt"/>
              </a:rPr>
              <a:t>Data Preprocessing</a:t>
            </a:r>
          </a:p>
          <a:p>
            <a:pPr marL="342900" indent="-342900">
              <a:buFont typeface="Wingdings"/>
              <a:buChar char="Ø"/>
            </a:pPr>
            <a:r>
              <a:rPr lang="en-US" sz="2000" b="1" dirty="0">
                <a:ea typeface="+mn-lt"/>
                <a:cs typeface="+mn-lt"/>
              </a:rPr>
              <a:t>Feature Extraction</a:t>
            </a:r>
          </a:p>
          <a:p>
            <a:pPr marL="342900" indent="-342900">
              <a:buFont typeface="Wingdings"/>
              <a:buChar char="Ø"/>
            </a:pPr>
            <a:r>
              <a:rPr lang="en-US" sz="2000" b="1" dirty="0"/>
              <a:t>Machine Learning Model</a:t>
            </a:r>
          </a:p>
          <a:p>
            <a:pPr marL="342900" indent="-342900">
              <a:buFont typeface="Wingdings"/>
              <a:buChar char="Ø"/>
            </a:pPr>
            <a:endParaRPr lang="en-US" sz="2000" b="1" dirty="0"/>
          </a:p>
          <a:p>
            <a:pPr marL="0" indent="0">
              <a:buNone/>
            </a:pPr>
            <a:endParaRPr lang="en-US" sz="2000" dirty="0">
              <a:latin typeface="Arial"/>
              <a:cs typeface="Arial"/>
            </a:endParaRPr>
          </a:p>
          <a:p>
            <a:pPr marL="0" indent="0">
              <a:buNone/>
            </a:pPr>
            <a:endParaRPr lang="en-US" dirty="0">
              <a:latin typeface="Arial"/>
              <a:cs typeface="Arial"/>
            </a:endParaRPr>
          </a:p>
        </p:txBody>
      </p:sp>
      <p:sp>
        <p:nvSpPr>
          <p:cNvPr id="4" name="Content Placeholder 3">
            <a:extLst>
              <a:ext uri="{FF2B5EF4-FFF2-40B4-BE49-F238E27FC236}">
                <a16:creationId xmlns:a16="http://schemas.microsoft.com/office/drawing/2014/main" id="{CC03CB5B-B554-A8FF-0E08-AC4E7BB53DF6}"/>
              </a:ext>
            </a:extLst>
          </p:cNvPr>
          <p:cNvSpPr>
            <a:spLocks noGrp="1"/>
          </p:cNvSpPr>
          <p:nvPr>
            <p:ph sz="half" idx="2"/>
          </p:nvPr>
        </p:nvSpPr>
        <p:spPr>
          <a:xfrm>
            <a:off x="5534296" y="1391479"/>
            <a:ext cx="5194769" cy="3583292"/>
          </a:xfrm>
        </p:spPr>
        <p:txBody>
          <a:bodyPr>
            <a:noAutofit/>
          </a:bodyPr>
          <a:lstStyle/>
          <a:p>
            <a:pPr>
              <a:buFont typeface="Wingdings" panose="020B0604020202020204" pitchFamily="34" charset="0"/>
              <a:buChar char="Ø"/>
            </a:pPr>
            <a:r>
              <a:rPr lang="en-US" sz="2000" b="1" dirty="0"/>
              <a:t>Training &amp;Testing</a:t>
            </a:r>
          </a:p>
          <a:p>
            <a:pPr>
              <a:buFont typeface="Wingdings" panose="020B0604020202020204" pitchFamily="34" charset="0"/>
              <a:buChar char="Ø"/>
            </a:pPr>
            <a:r>
              <a:rPr lang="en-US" sz="2000" b="1" dirty="0">
                <a:ea typeface="+mn-lt"/>
                <a:cs typeface="+mn-lt"/>
              </a:rPr>
              <a:t>System Architecture &amp; Development</a:t>
            </a:r>
          </a:p>
          <a:p>
            <a:pPr>
              <a:buFont typeface="Wingdings" panose="020B0604020202020204" pitchFamily="34" charset="0"/>
              <a:buChar char="Ø"/>
            </a:pPr>
            <a:r>
              <a:rPr lang="en-US" sz="2000" b="1" dirty="0">
                <a:ea typeface="+mn-lt"/>
                <a:cs typeface="+mn-lt"/>
              </a:rPr>
              <a:t>Results</a:t>
            </a:r>
          </a:p>
          <a:p>
            <a:pPr>
              <a:buFont typeface="Wingdings" panose="020B0604020202020204" pitchFamily="34" charset="0"/>
              <a:buChar char="Ø"/>
            </a:pPr>
            <a:r>
              <a:rPr lang="en-US" sz="2000" b="1" dirty="0"/>
              <a:t>Application Architecture</a:t>
            </a:r>
          </a:p>
          <a:p>
            <a:pPr>
              <a:buFont typeface="Wingdings" panose="020B0604020202020204" pitchFamily="34" charset="0"/>
              <a:buChar char="Ø"/>
            </a:pPr>
            <a:r>
              <a:rPr lang="en-US" sz="2000" b="1" dirty="0"/>
              <a:t>Advantages</a:t>
            </a:r>
          </a:p>
          <a:p>
            <a:pPr>
              <a:buFont typeface="Wingdings" panose="020B0604020202020204" pitchFamily="34" charset="0"/>
              <a:buChar char="Ø"/>
            </a:pPr>
            <a:r>
              <a:rPr lang="en-US" sz="2000" b="1" dirty="0">
                <a:ea typeface="+mn-lt"/>
                <a:cs typeface="+mn-lt"/>
              </a:rPr>
              <a:t>Conclusion</a:t>
            </a:r>
            <a:endParaRPr lang="en-US" sz="2000" b="1" dirty="0"/>
          </a:p>
          <a:p>
            <a:pPr>
              <a:buFont typeface="Wingdings" panose="020B0604020202020204" pitchFamily="34" charset="0"/>
              <a:buChar char="Ø"/>
            </a:pPr>
            <a:r>
              <a:rPr lang="en-US" sz="2000" b="1" dirty="0">
                <a:ea typeface="+mn-lt"/>
                <a:cs typeface="+mn-lt"/>
              </a:rPr>
              <a:t>Future Scope</a:t>
            </a:r>
            <a:endParaRPr lang="en-US" sz="2000" b="1" dirty="0"/>
          </a:p>
          <a:p>
            <a:pPr>
              <a:buFont typeface="Wingdings" panose="020B0604020202020204" pitchFamily="34" charset="0"/>
              <a:buChar char="Ø"/>
            </a:pPr>
            <a:r>
              <a:rPr lang="en-US" sz="2000" b="1" dirty="0">
                <a:ea typeface="+mn-lt"/>
                <a:cs typeface="+mn-lt"/>
              </a:rPr>
              <a:t>References</a:t>
            </a:r>
            <a:endParaRPr lang="en-US" sz="2000" b="1" dirty="0"/>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A2E24C-8C37-4C45-094E-834D6FBB0DB7}"/>
              </a:ext>
            </a:extLst>
          </p:cNvPr>
          <p:cNvSpPr>
            <a:spLocks noGrp="1"/>
          </p:cNvSpPr>
          <p:nvPr>
            <p:ph type="title"/>
          </p:nvPr>
        </p:nvSpPr>
        <p:spPr>
          <a:xfrm>
            <a:off x="581192" y="882650"/>
            <a:ext cx="11029616" cy="530296"/>
          </a:xfrm>
        </p:spPr>
        <p:txBody>
          <a:bodyPr>
            <a:noAutofit/>
          </a:bodyPr>
          <a:lstStyle/>
          <a:p>
            <a:r>
              <a:rPr lang="en-US" sz="3200" dirty="0">
                <a:solidFill>
                  <a:schemeClr val="tx2"/>
                </a:solidFill>
              </a:rPr>
              <a:t>INTRODUCTION</a:t>
            </a:r>
            <a:endParaRPr lang="en-IN" sz="3200" dirty="0">
              <a:solidFill>
                <a:schemeClr val="tx2"/>
              </a:solidFill>
            </a:endParaRPr>
          </a:p>
        </p:txBody>
      </p:sp>
      <p:sp>
        <p:nvSpPr>
          <p:cNvPr id="9" name="Content Placeholder 8">
            <a:extLst>
              <a:ext uri="{FF2B5EF4-FFF2-40B4-BE49-F238E27FC236}">
                <a16:creationId xmlns:a16="http://schemas.microsoft.com/office/drawing/2014/main" id="{A39D8FE7-8039-17A4-7205-F843698FCBE1}"/>
              </a:ext>
            </a:extLst>
          </p:cNvPr>
          <p:cNvSpPr>
            <a:spLocks noGrp="1"/>
          </p:cNvSpPr>
          <p:nvPr>
            <p:ph idx="1"/>
          </p:nvPr>
        </p:nvSpPr>
        <p:spPr>
          <a:xfrm>
            <a:off x="788020" y="1687286"/>
            <a:ext cx="10615960" cy="6912429"/>
          </a:xfrm>
        </p:spPr>
        <p:txBody>
          <a:bodyPr>
            <a:normAutofit/>
          </a:bodyPr>
          <a:lstStyle/>
          <a:p>
            <a:r>
              <a:rPr lang="en-US" sz="2400" dirty="0">
                <a:ea typeface="+mn-lt"/>
                <a:cs typeface="+mn-lt"/>
              </a:rPr>
              <a:t>In today’s digital world, information spreads very quickly through social media, websites, and news platforms. Students find it difficult to verify the authenticity of online news. While this helps people stay informed, it also increases the spread of fake news.</a:t>
            </a:r>
          </a:p>
          <a:p>
            <a:r>
              <a:rPr lang="en-US" sz="2400" dirty="0">
                <a:ea typeface="+mn-lt"/>
                <a:cs typeface="+mn-lt"/>
              </a:rPr>
              <a:t>Fake news refers to false or misleading information presented as real news. It is created intentionally to mislead people, influence opinions, and create confusion in society.</a:t>
            </a:r>
            <a:endParaRPr lang="en-US" sz="2400" dirty="0"/>
          </a:p>
          <a:p>
            <a:r>
              <a:rPr lang="en-US" sz="2400" dirty="0">
                <a:ea typeface="+mn-lt"/>
                <a:cs typeface="+mn-lt"/>
              </a:rPr>
              <a:t>Due to the large amount of online content, manual verification of news is difficult. There is a need for an intelligent system that can analyze both offline datasets and live online news. </a:t>
            </a:r>
            <a:endParaRPr lang="en-US" sz="2400" dirty="0"/>
          </a:p>
          <a:p>
            <a:endParaRPr lang="en-US" sz="2400" dirty="0"/>
          </a:p>
          <a:p>
            <a:pPr marL="0" indent="0">
              <a:buNone/>
            </a:pPr>
            <a:endParaRPr lang="en-US" sz="2400" dirty="0"/>
          </a:p>
          <a:p>
            <a:endParaRPr lang="en-US" sz="2400" dirty="0"/>
          </a:p>
          <a:p>
            <a:endParaRPr lang="en-US" sz="2000" dirty="0"/>
          </a:p>
          <a:p>
            <a:endParaRPr lang="en-IN" dirty="0"/>
          </a:p>
        </p:txBody>
      </p:sp>
    </p:spTree>
    <p:extLst>
      <p:ext uri="{BB962C8B-B14F-4D97-AF65-F5344CB8AC3E}">
        <p14:creationId xmlns:p14="http://schemas.microsoft.com/office/powerpoint/2010/main" val="2274579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702156"/>
            <a:ext cx="11029616" cy="535476"/>
          </a:xfrm>
        </p:spPr>
        <p:txBody>
          <a:bodyPr>
            <a:normAutofit fontScale="90000"/>
          </a:bodyPr>
          <a:lstStyle/>
          <a:p>
            <a:r>
              <a:rPr lang="en-US" sz="3600" b="1" dirty="0">
                <a:solidFill>
                  <a:schemeClr val="tx2"/>
                </a:solidFill>
                <a:latin typeface="Arial" panose="020B0604020202020204" pitchFamily="34" charset="0"/>
                <a:cs typeface="Arial" panose="020B0604020202020204" pitchFamily="34" charset="0"/>
              </a:rPr>
              <a:t>Problem</a:t>
            </a:r>
            <a:r>
              <a:rPr lang="en-US" sz="4400" b="1" dirty="0">
                <a:solidFill>
                  <a:schemeClr val="accent1"/>
                </a:solidFill>
                <a:latin typeface="Arial" panose="020B0604020202020204" pitchFamily="34" charset="0"/>
                <a:cs typeface="Arial" panose="020B0604020202020204" pitchFamily="34" charset="0"/>
              </a:rPr>
              <a:t> </a:t>
            </a:r>
            <a:r>
              <a:rPr lang="en-US" sz="3600" b="1" dirty="0">
                <a:solidFill>
                  <a:schemeClr val="tx2"/>
                </a:solidFill>
                <a:latin typeface="Arial" panose="020B0604020202020204" pitchFamily="34" charset="0"/>
                <a:cs typeface="Arial" panose="020B0604020202020204" pitchFamily="34" charset="0"/>
              </a:rPr>
              <a:t>Statement</a:t>
            </a:r>
            <a:endParaRPr lang="en-US" sz="3600" dirty="0">
              <a:solidFill>
                <a:schemeClr val="tx2"/>
              </a:solidFill>
            </a:endParaRPr>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709982" y="1861457"/>
            <a:ext cx="10900826" cy="4201886"/>
          </a:xfrm>
        </p:spPr>
        <p:txBody>
          <a:bodyPr>
            <a:normAutofit fontScale="85000" lnSpcReduction="10000"/>
          </a:bodyPr>
          <a:lstStyle/>
          <a:p>
            <a:pPr>
              <a:buFont typeface="Wingdings" panose="05000000000000000000" pitchFamily="2" charset="2"/>
              <a:buChar char="q"/>
            </a:pPr>
            <a:r>
              <a:rPr lang="en-US" sz="2600" dirty="0"/>
              <a:t>The rapid growth of social media platforms has made it easier for fake news to spread within seconds. Students find it difficult to verify the authenticity of online news. People often believe and share fake information without verifying it, which can lead to:</a:t>
            </a:r>
          </a:p>
          <a:p>
            <a:pPr marL="342900" indent="-342900">
              <a:buFont typeface="Arial" panose="020B0604020202020204" pitchFamily="34" charset="0"/>
              <a:buChar char="•"/>
            </a:pPr>
            <a:r>
              <a:rPr lang="en-US" sz="2600" dirty="0"/>
              <a:t> Public confusion </a:t>
            </a:r>
          </a:p>
          <a:p>
            <a:pPr marL="342900" indent="-342900">
              <a:buFont typeface="Arial" panose="020B0604020202020204" pitchFamily="34" charset="0"/>
              <a:buChar char="•"/>
            </a:pPr>
            <a:r>
              <a:rPr lang="en-US" sz="2600" dirty="0"/>
              <a:t>Social unrest</a:t>
            </a:r>
          </a:p>
          <a:p>
            <a:pPr marL="342900" indent="-342900">
              <a:buFont typeface="Arial" panose="020B0604020202020204" pitchFamily="34" charset="0"/>
              <a:buChar char="•"/>
            </a:pPr>
            <a:r>
              <a:rPr lang="en-US" sz="2600" dirty="0"/>
              <a:t> Misinformation</a:t>
            </a:r>
          </a:p>
          <a:p>
            <a:pPr marL="342900" indent="-342900">
              <a:buFont typeface="Arial" panose="020B0604020202020204" pitchFamily="34" charset="0"/>
              <a:buChar char="•"/>
            </a:pPr>
            <a:r>
              <a:rPr lang="en-US" sz="2600" dirty="0"/>
              <a:t> Damage to reputation </a:t>
            </a:r>
          </a:p>
          <a:p>
            <a:pPr>
              <a:buFont typeface="Wingdings" panose="05000000000000000000" pitchFamily="2" charset="2"/>
              <a:buChar char="q"/>
            </a:pPr>
            <a:r>
              <a:rPr lang="en-US" sz="2600" dirty="0"/>
              <a:t>Manual verification of news is time-consuming and unreliable. Hence, there is a strong need for an automated system that can accurately detect fake news.</a:t>
            </a:r>
            <a:endParaRPr lang="en-IN" sz="2600" dirty="0"/>
          </a:p>
          <a:p>
            <a:pPr marL="0" indent="0">
              <a:buNone/>
            </a:pPr>
            <a:endParaRPr lang="en-IN" sz="3200" dirty="0"/>
          </a:p>
        </p:txBody>
      </p:sp>
    </p:spTree>
    <p:extLst>
      <p:ext uri="{BB962C8B-B14F-4D97-AF65-F5344CB8AC3E}">
        <p14:creationId xmlns:p14="http://schemas.microsoft.com/office/powerpoint/2010/main" val="1186421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674914" y="451784"/>
            <a:ext cx="11022979" cy="734758"/>
          </a:xfrm>
        </p:spPr>
        <p:txBody>
          <a:bodyPr>
            <a:normAutofit/>
          </a:bodyPr>
          <a:lstStyle/>
          <a:p>
            <a:r>
              <a:rPr lang="en-US" sz="3200" b="1" dirty="0">
                <a:solidFill>
                  <a:schemeClr val="tx2"/>
                </a:solidFill>
                <a:latin typeface="Arial" panose="020B0604020202020204" pitchFamily="34" charset="0"/>
                <a:cs typeface="Arial" panose="020B0604020202020204" pitchFamily="34" charset="0"/>
              </a:rPr>
              <a:t>Proposed</a:t>
            </a:r>
            <a:r>
              <a:rPr lang="en-US" sz="3200" b="1" dirty="0">
                <a:solidFill>
                  <a:schemeClr val="accent1"/>
                </a:solidFill>
                <a:latin typeface="Arial" panose="020B0604020202020204" pitchFamily="34" charset="0"/>
                <a:cs typeface="Arial" panose="020B0604020202020204" pitchFamily="34" charset="0"/>
              </a:rPr>
              <a:t> </a:t>
            </a:r>
            <a:r>
              <a:rPr lang="en-US" sz="3200" b="1" dirty="0">
                <a:solidFill>
                  <a:schemeClr val="tx2"/>
                </a:solidFill>
                <a:latin typeface="Arial" panose="020B0604020202020204" pitchFamily="34" charset="0"/>
                <a:cs typeface="Arial" panose="020B0604020202020204" pitchFamily="34" charset="0"/>
              </a:rPr>
              <a:t>Solution</a:t>
            </a:r>
            <a:endParaRPr lang="en-US" sz="3200" dirty="0">
              <a:solidFill>
                <a:schemeClr val="tx2"/>
              </a:solidFill>
            </a:endParaRPr>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578515" y="1899351"/>
            <a:ext cx="11613485" cy="4506865"/>
          </a:xfrm>
        </p:spPr>
        <p:txBody>
          <a:bodyPr vert="horz" lIns="91440" tIns="45720" rIns="91440" bIns="45720" rtlCol="0" anchor="ctr">
            <a:noAutofit/>
          </a:bodyPr>
          <a:lstStyle/>
          <a:p>
            <a:pPr marL="0" indent="0">
              <a:buNone/>
            </a:pPr>
            <a:endParaRPr lang="en-US" sz="2000" dirty="0">
              <a:ea typeface="+mn-lt"/>
              <a:cs typeface="+mn-lt"/>
            </a:endParaRPr>
          </a:p>
          <a:p>
            <a:pPr>
              <a:buFont typeface="Wingdings" panose="05000000000000000000" pitchFamily="2" charset="2"/>
              <a:buChar char="Ø"/>
            </a:pPr>
            <a:r>
              <a:rPr lang="en-US" sz="2000" dirty="0">
                <a:ea typeface="+mn-lt"/>
                <a:cs typeface="+mn-lt"/>
              </a:rPr>
              <a:t>We propose an AI-based system that uses  </a:t>
            </a:r>
            <a:r>
              <a:rPr lang="en-US" sz="2000" dirty="0" err="1">
                <a:ea typeface="+mn-lt"/>
                <a:cs typeface="+mn-lt"/>
              </a:rPr>
              <a:t>Macine</a:t>
            </a:r>
            <a:r>
              <a:rPr lang="en-US" sz="2000" dirty="0">
                <a:ea typeface="+mn-lt"/>
                <a:cs typeface="+mn-lt"/>
              </a:rPr>
              <a:t> Learning &amp;Natural Language Processing techniques to analyze news articles . The system will:</a:t>
            </a:r>
          </a:p>
          <a:p>
            <a:pPr>
              <a:buFont typeface="Arial" panose="020B0604020202020204" pitchFamily="34" charset="0"/>
              <a:buChar char="•"/>
            </a:pPr>
            <a:r>
              <a:rPr lang="en-US" sz="2000" dirty="0">
                <a:ea typeface="+mn-lt"/>
                <a:cs typeface="+mn-lt"/>
              </a:rPr>
              <a:t>Take news text as input</a:t>
            </a:r>
          </a:p>
          <a:p>
            <a:pPr marL="342900" indent="-342900">
              <a:buFont typeface="Arial" panose="020B0604020202020204" pitchFamily="34" charset="0"/>
              <a:buChar char="•"/>
            </a:pPr>
            <a:r>
              <a:rPr lang="en-US" sz="2000" dirty="0">
                <a:ea typeface="+mn-lt"/>
                <a:cs typeface="+mn-lt"/>
              </a:rPr>
              <a:t>Preprocess the text</a:t>
            </a:r>
          </a:p>
          <a:p>
            <a:pPr marL="342900" indent="-342900">
              <a:buFont typeface="Arial" panose="020B0604020202020204" pitchFamily="34" charset="0"/>
              <a:buChar char="•"/>
            </a:pPr>
            <a:r>
              <a:rPr lang="en-US" sz="2000" dirty="0">
                <a:ea typeface="+mn-lt"/>
                <a:cs typeface="+mn-lt"/>
              </a:rPr>
              <a:t>Extract meaningful features</a:t>
            </a:r>
          </a:p>
          <a:p>
            <a:pPr marL="342900" indent="-342900">
              <a:buFont typeface="Arial" panose="020B0604020202020204" pitchFamily="34" charset="0"/>
              <a:buChar char="•"/>
            </a:pPr>
            <a:r>
              <a:rPr lang="en-US" sz="2000" dirty="0">
                <a:ea typeface="+mn-lt"/>
                <a:cs typeface="+mn-lt"/>
              </a:rPr>
              <a:t>Train a machine learning model</a:t>
            </a:r>
          </a:p>
          <a:p>
            <a:pPr marL="342900" indent="-342900">
              <a:buFont typeface="Arial" panose="020B0604020202020204" pitchFamily="34" charset="0"/>
              <a:buChar char="•"/>
            </a:pPr>
            <a:r>
              <a:rPr lang="en-US" sz="2000" dirty="0">
                <a:ea typeface="+mn-lt"/>
                <a:cs typeface="+mn-lt"/>
              </a:rPr>
              <a:t>Predict whether the news is real or fake</a:t>
            </a:r>
          </a:p>
          <a:p>
            <a:pPr marL="342900" indent="-342900">
              <a:buFont typeface="Arial" panose="020B0604020202020204" pitchFamily="34" charset="0"/>
              <a:buChar char="•"/>
            </a:pPr>
            <a:r>
              <a:rPr lang="en-US" sz="2000" dirty="0">
                <a:ea typeface="+mn-lt"/>
                <a:cs typeface="+mn-lt"/>
              </a:rPr>
              <a:t>Uses NLP and Machine Learning for text analysis</a:t>
            </a:r>
          </a:p>
          <a:p>
            <a:pPr marL="342900" indent="-342900">
              <a:buFont typeface="Arial" panose="020B0604020202020204" pitchFamily="34" charset="0"/>
              <a:buChar char="•"/>
            </a:pPr>
            <a:r>
              <a:rPr lang="en-US" sz="2000" dirty="0">
                <a:ea typeface="+mn-lt"/>
                <a:cs typeface="+mn-lt"/>
              </a:rPr>
              <a:t>Classifies news as real or fake</a:t>
            </a:r>
          </a:p>
          <a:p>
            <a:pPr marL="342900" indent="-342900">
              <a:buFont typeface="Arial" panose="020B0604020202020204" pitchFamily="34" charset="0"/>
              <a:buChar char="•"/>
            </a:pPr>
            <a:r>
              <a:rPr lang="en-US" sz="2000" dirty="0">
                <a:ea typeface="+mn-lt"/>
                <a:cs typeface="+mn-lt"/>
              </a:rPr>
              <a:t>Fetches live news using News API</a:t>
            </a:r>
          </a:p>
          <a:p>
            <a:pPr marL="342900" indent="-342900">
              <a:buFont typeface="Arial" panose="020B0604020202020204" pitchFamily="34" charset="0"/>
              <a:buChar char="•"/>
            </a:pPr>
            <a:r>
              <a:rPr lang="en-US" sz="2000" dirty="0">
                <a:ea typeface="+mn-lt"/>
                <a:cs typeface="+mn-lt"/>
              </a:rPr>
              <a:t>Provides real-time verification for students</a:t>
            </a:r>
          </a:p>
          <a:p>
            <a:pPr>
              <a:buFont typeface="Wingdings" panose="05000000000000000000" pitchFamily="2" charset="2"/>
              <a:buChar char="Ø"/>
            </a:pPr>
            <a:r>
              <a:rPr lang="en-US" sz="2000" dirty="0">
                <a:ea typeface="+mn-lt"/>
                <a:cs typeface="+mn-lt"/>
              </a:rPr>
              <a:t>This automated approach reduces human effort and improves accuracy.</a:t>
            </a:r>
            <a:endParaRPr lang="en-US" sz="2000" dirty="0"/>
          </a:p>
          <a:p>
            <a:pPr marL="305435" indent="-305435"/>
            <a:endParaRPr lang="en-IN" sz="20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Autofit/>
          </a:bodyPr>
          <a:lstStyle/>
          <a:p>
            <a:r>
              <a:rPr lang="en-US" sz="3600" dirty="0">
                <a:solidFill>
                  <a:schemeClr val="tx2"/>
                </a:solidFill>
              </a:rPr>
              <a:t>System</a:t>
            </a:r>
            <a:r>
              <a:rPr lang="en-US" sz="3600" dirty="0"/>
              <a:t>  </a:t>
            </a:r>
            <a:r>
              <a:rPr lang="en-US" sz="3600" dirty="0">
                <a:solidFill>
                  <a:schemeClr val="tx2"/>
                </a:solidFill>
              </a:rPr>
              <a:t>Approach</a:t>
            </a:r>
          </a:p>
        </p:txBody>
      </p:sp>
      <p:graphicFrame>
        <p:nvGraphicFramePr>
          <p:cNvPr id="16" name="Content Placeholder 15">
            <a:extLst>
              <a:ext uri="{FF2B5EF4-FFF2-40B4-BE49-F238E27FC236}">
                <a16:creationId xmlns:a16="http://schemas.microsoft.com/office/drawing/2014/main" id="{A554F531-9ADF-B83E-BAB7-F6B12AFEE779}"/>
              </a:ext>
            </a:extLst>
          </p:cNvPr>
          <p:cNvGraphicFramePr>
            <a:graphicFrameLocks noGrp="1"/>
          </p:cNvGraphicFramePr>
          <p:nvPr>
            <p:ph sz="half" idx="1"/>
            <p:extLst>
              <p:ext uri="{D42A27DB-BD31-4B8C-83A1-F6EECF244321}">
                <p14:modId xmlns:p14="http://schemas.microsoft.com/office/powerpoint/2010/main" val="3366887404"/>
              </p:ext>
            </p:extLst>
          </p:nvPr>
        </p:nvGraphicFramePr>
        <p:xfrm>
          <a:off x="581025" y="1392238"/>
          <a:ext cx="4893800" cy="4468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Content Placeholder 16">
            <a:extLst>
              <a:ext uri="{FF2B5EF4-FFF2-40B4-BE49-F238E27FC236}">
                <a16:creationId xmlns:a16="http://schemas.microsoft.com/office/drawing/2014/main" id="{267ABD1B-60CC-A327-696E-F7BB26DB59A1}"/>
              </a:ext>
            </a:extLst>
          </p:cNvPr>
          <p:cNvSpPr>
            <a:spLocks noGrp="1"/>
          </p:cNvSpPr>
          <p:nvPr>
            <p:ph sz="half" idx="2"/>
          </p:nvPr>
        </p:nvSpPr>
        <p:spPr>
          <a:xfrm>
            <a:off x="4514128" y="729658"/>
            <a:ext cx="7257326" cy="6128342"/>
          </a:xfrm>
        </p:spPr>
        <p:txBody>
          <a:bodyPr>
            <a:noAutofit/>
          </a:bodyPr>
          <a:lstStyle/>
          <a:p>
            <a:pPr lvl="4">
              <a:buFont typeface="Wingdings" panose="05000000000000000000" pitchFamily="2" charset="2"/>
              <a:buChar char="Ø"/>
            </a:pPr>
            <a:r>
              <a:rPr lang="en-US" sz="1600" dirty="0"/>
              <a:t>Data Collection : Collect real and fake news articles from online datasets for training the model &amp; Live News API.</a:t>
            </a:r>
          </a:p>
          <a:p>
            <a:pPr lvl="4">
              <a:buFont typeface="Wingdings" panose="05000000000000000000" pitchFamily="2" charset="2"/>
              <a:buChar char="Ø"/>
            </a:pPr>
            <a:r>
              <a:rPr lang="en-US" sz="1600" dirty="0"/>
              <a:t>Data Cleaning and Preprocessing : Remove unwanted symbols, </a:t>
            </a:r>
            <a:r>
              <a:rPr lang="en-US" sz="1600" dirty="0" err="1"/>
              <a:t>stopwords</a:t>
            </a:r>
            <a:r>
              <a:rPr lang="en-US" sz="1600" dirty="0"/>
              <a:t>, and convert text into clean and readable format.</a:t>
            </a:r>
          </a:p>
          <a:p>
            <a:pPr lvl="4">
              <a:buFont typeface="Wingdings" panose="05000000000000000000" pitchFamily="2" charset="2"/>
              <a:buChar char="Ø"/>
            </a:pPr>
            <a:r>
              <a:rPr lang="en-US" sz="1600" dirty="0"/>
              <a:t>Text Normalization : Convert text into a standard form by making it lowercase and removing extra spaces.</a:t>
            </a:r>
          </a:p>
          <a:p>
            <a:pPr lvl="4">
              <a:buFont typeface="Wingdings" panose="05000000000000000000" pitchFamily="2" charset="2"/>
              <a:buChar char="Ø"/>
            </a:pPr>
            <a:r>
              <a:rPr lang="en-US" sz="1600" dirty="0"/>
              <a:t>Feature Extraction : Convert text data into numerical form using TF-IDF technique.</a:t>
            </a:r>
          </a:p>
          <a:p>
            <a:pPr lvl="4">
              <a:buFont typeface="Wingdings" panose="05000000000000000000" pitchFamily="2" charset="2"/>
              <a:buChar char="Ø"/>
            </a:pPr>
            <a:r>
              <a:rPr lang="en-US" sz="1600" dirty="0"/>
              <a:t>Model Training : Train the machine learning model using labeled real and fake news data. </a:t>
            </a:r>
          </a:p>
          <a:p>
            <a:pPr lvl="4">
              <a:buFont typeface="Wingdings" panose="05000000000000000000" pitchFamily="2" charset="2"/>
              <a:buChar char="Ø"/>
            </a:pPr>
            <a:r>
              <a:rPr lang="en-US" sz="1600" dirty="0"/>
              <a:t>Testing and Evaluation : Test the trained model and measure its accuracy and performance.</a:t>
            </a:r>
          </a:p>
          <a:p>
            <a:pPr lvl="4">
              <a:buFont typeface="Wingdings" panose="05000000000000000000" pitchFamily="2" charset="2"/>
              <a:buChar char="Ø"/>
            </a:pPr>
            <a:r>
              <a:rPr lang="en-US" sz="1600" dirty="0"/>
              <a:t>Live News Fetching using API.</a:t>
            </a:r>
          </a:p>
          <a:p>
            <a:pPr lvl="4">
              <a:buFont typeface="Wingdings" panose="05000000000000000000" pitchFamily="2" charset="2"/>
              <a:buChar char="Ø"/>
            </a:pPr>
            <a:r>
              <a:rPr lang="en-US" sz="1600" dirty="0"/>
              <a:t>Prediction : Predict whether the given news is real or fake based on trained model.</a:t>
            </a:r>
            <a:endParaRPr lang="en-IN" sz="1600" dirty="0"/>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CE7DE-46AD-BA40-B20D-1FF8B0DDA3AA}"/>
              </a:ext>
            </a:extLst>
          </p:cNvPr>
          <p:cNvSpPr>
            <a:spLocks noGrp="1"/>
          </p:cNvSpPr>
          <p:nvPr>
            <p:ph type="title"/>
          </p:nvPr>
        </p:nvSpPr>
        <p:spPr/>
        <p:txBody>
          <a:bodyPr>
            <a:normAutofit fontScale="90000"/>
          </a:bodyPr>
          <a:lstStyle/>
          <a:p>
            <a:r>
              <a:rPr lang="en-US" sz="3600" b="1" dirty="0">
                <a:solidFill>
                  <a:schemeClr val="tx2"/>
                </a:solidFill>
              </a:rPr>
              <a:t>DATASET</a:t>
            </a:r>
            <a:r>
              <a:rPr lang="en-US" dirty="0"/>
              <a:t> </a:t>
            </a:r>
            <a:r>
              <a:rPr lang="en-US" sz="3600" b="1" dirty="0">
                <a:solidFill>
                  <a:schemeClr val="tx2"/>
                </a:solidFill>
              </a:rPr>
              <a:t>DESCRIPTION</a:t>
            </a:r>
            <a:endParaRPr lang="en-IN" sz="3600" b="1" dirty="0">
              <a:solidFill>
                <a:schemeClr val="tx2"/>
              </a:solidFill>
            </a:endParaRPr>
          </a:p>
        </p:txBody>
      </p:sp>
      <p:graphicFrame>
        <p:nvGraphicFramePr>
          <p:cNvPr id="5" name="Content Placeholder 4">
            <a:extLst>
              <a:ext uri="{FF2B5EF4-FFF2-40B4-BE49-F238E27FC236}">
                <a16:creationId xmlns:a16="http://schemas.microsoft.com/office/drawing/2014/main" id="{54DBF22C-830D-F7C4-9EAC-FC3BD3C4E2A7}"/>
              </a:ext>
            </a:extLst>
          </p:cNvPr>
          <p:cNvGraphicFramePr>
            <a:graphicFrameLocks noGrp="1"/>
          </p:cNvGraphicFramePr>
          <p:nvPr>
            <p:ph idx="1"/>
            <p:extLst>
              <p:ext uri="{D42A27DB-BD31-4B8C-83A1-F6EECF244321}">
                <p14:modId xmlns:p14="http://schemas.microsoft.com/office/powerpoint/2010/main" val="2670453744"/>
              </p:ext>
            </p:extLst>
          </p:nvPr>
        </p:nvGraphicFramePr>
        <p:xfrm>
          <a:off x="581192" y="1302026"/>
          <a:ext cx="11029615" cy="4673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3483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61316-B618-0398-A28B-22BAF044344E}"/>
              </a:ext>
            </a:extLst>
          </p:cNvPr>
          <p:cNvSpPr>
            <a:spLocks noGrp="1"/>
          </p:cNvSpPr>
          <p:nvPr>
            <p:ph type="title"/>
          </p:nvPr>
        </p:nvSpPr>
        <p:spPr>
          <a:xfrm>
            <a:off x="581192" y="887351"/>
            <a:ext cx="11029616" cy="530296"/>
          </a:xfrm>
        </p:spPr>
        <p:txBody>
          <a:bodyPr>
            <a:normAutofit fontScale="90000"/>
          </a:bodyPr>
          <a:lstStyle/>
          <a:p>
            <a:r>
              <a:rPr lang="en-US" sz="3600" dirty="0">
                <a:solidFill>
                  <a:schemeClr val="tx2"/>
                </a:solidFill>
              </a:rPr>
              <a:t>DATA</a:t>
            </a:r>
            <a:r>
              <a:rPr lang="en-US" dirty="0"/>
              <a:t> </a:t>
            </a:r>
            <a:r>
              <a:rPr lang="en-US" sz="3600" dirty="0">
                <a:solidFill>
                  <a:schemeClr val="tx2"/>
                </a:solidFill>
              </a:rPr>
              <a:t>PREPROCESSING</a:t>
            </a:r>
            <a:endParaRPr lang="en-IN" sz="3600" dirty="0">
              <a:solidFill>
                <a:schemeClr val="tx2"/>
              </a:solidFill>
            </a:endParaRPr>
          </a:p>
        </p:txBody>
      </p:sp>
      <p:sp>
        <p:nvSpPr>
          <p:cNvPr id="11" name="Content Placeholder 10">
            <a:extLst>
              <a:ext uri="{FF2B5EF4-FFF2-40B4-BE49-F238E27FC236}">
                <a16:creationId xmlns:a16="http://schemas.microsoft.com/office/drawing/2014/main" id="{3EA34DFA-9001-D834-6AC9-5BE4B0629319}"/>
              </a:ext>
            </a:extLst>
          </p:cNvPr>
          <p:cNvSpPr>
            <a:spLocks noGrp="1"/>
          </p:cNvSpPr>
          <p:nvPr>
            <p:ph idx="1"/>
          </p:nvPr>
        </p:nvSpPr>
        <p:spPr>
          <a:xfrm>
            <a:off x="856528" y="1649267"/>
            <a:ext cx="10754280" cy="4971452"/>
          </a:xfrm>
        </p:spPr>
        <p:txBody>
          <a:bodyPr/>
          <a:lstStyle/>
          <a:p>
            <a:pPr marL="0" indent="0">
              <a:buNone/>
            </a:pPr>
            <a:r>
              <a:rPr lang="en-US" sz="2400" dirty="0"/>
              <a:t>Data preprocessing is a crucial step in NLP.</a:t>
            </a:r>
          </a:p>
          <a:p>
            <a:pPr marL="0" indent="0">
              <a:buNone/>
            </a:pPr>
            <a:r>
              <a:rPr lang="en-US" sz="2400" dirty="0"/>
              <a:t>The following preprocessing techniques are used:</a:t>
            </a:r>
          </a:p>
          <a:p>
            <a:pPr>
              <a:buFont typeface="Wingdings" panose="05000000000000000000" pitchFamily="2" charset="2"/>
              <a:buChar char="Ø"/>
            </a:pPr>
            <a:r>
              <a:rPr lang="en-US" sz="2400" dirty="0"/>
              <a:t>Converting text to lowercase</a:t>
            </a:r>
          </a:p>
          <a:p>
            <a:pPr>
              <a:buFont typeface="Wingdings" panose="05000000000000000000" pitchFamily="2" charset="2"/>
              <a:buChar char="Ø"/>
            </a:pPr>
            <a:r>
              <a:rPr lang="en-US" sz="2400" dirty="0"/>
              <a:t>Removing punctuation and special characters</a:t>
            </a:r>
          </a:p>
          <a:p>
            <a:pPr>
              <a:buFont typeface="Wingdings" panose="05000000000000000000" pitchFamily="2" charset="2"/>
              <a:buChar char="Ø"/>
            </a:pPr>
            <a:r>
              <a:rPr lang="en-US" sz="2400" dirty="0"/>
              <a:t>Removing </a:t>
            </a:r>
            <a:r>
              <a:rPr lang="en-US" sz="2400" dirty="0" err="1"/>
              <a:t>stopwords</a:t>
            </a:r>
            <a:endParaRPr lang="en-US" sz="2400" dirty="0"/>
          </a:p>
          <a:p>
            <a:pPr>
              <a:buFont typeface="Wingdings" panose="05000000000000000000" pitchFamily="2" charset="2"/>
              <a:buChar char="Ø"/>
            </a:pPr>
            <a:r>
              <a:rPr lang="en-US" sz="2400" dirty="0"/>
              <a:t>Removing empty and null values</a:t>
            </a:r>
          </a:p>
          <a:p>
            <a:pPr>
              <a:buFont typeface="Wingdings" panose="05000000000000000000" pitchFamily="2" charset="2"/>
              <a:buChar char="Ø"/>
            </a:pPr>
            <a:r>
              <a:rPr lang="en-US" sz="2400" dirty="0"/>
              <a:t>Text normalization </a:t>
            </a:r>
          </a:p>
          <a:p>
            <a:pPr marL="0" indent="0">
              <a:buNone/>
            </a:pPr>
            <a:r>
              <a:rPr lang="en-US" sz="2400" dirty="0"/>
              <a:t>This improves the quality of data and increases model accuracy.</a:t>
            </a:r>
            <a:endParaRPr lang="en-IN" sz="2400" dirty="0"/>
          </a:p>
          <a:p>
            <a:endParaRPr lang="en-IN" dirty="0"/>
          </a:p>
        </p:txBody>
      </p:sp>
    </p:spTree>
    <p:extLst>
      <p:ext uri="{BB962C8B-B14F-4D97-AF65-F5344CB8AC3E}">
        <p14:creationId xmlns:p14="http://schemas.microsoft.com/office/powerpoint/2010/main" val="419647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3616-AEEA-96BB-F5D6-E68B6B1A8897}"/>
              </a:ext>
            </a:extLst>
          </p:cNvPr>
          <p:cNvSpPr>
            <a:spLocks noGrp="1"/>
          </p:cNvSpPr>
          <p:nvPr>
            <p:ph type="title"/>
          </p:nvPr>
        </p:nvSpPr>
        <p:spPr/>
        <p:txBody>
          <a:bodyPr>
            <a:normAutofit fontScale="90000"/>
          </a:bodyPr>
          <a:lstStyle/>
          <a:p>
            <a:r>
              <a:rPr lang="en-US" sz="3600" dirty="0">
                <a:solidFill>
                  <a:schemeClr val="tx2"/>
                </a:solidFill>
              </a:rPr>
              <a:t>FEATURE</a:t>
            </a:r>
            <a:r>
              <a:rPr lang="en-US" dirty="0"/>
              <a:t> </a:t>
            </a:r>
            <a:r>
              <a:rPr lang="en-US" sz="3600" dirty="0">
                <a:solidFill>
                  <a:schemeClr val="tx2"/>
                </a:solidFill>
              </a:rPr>
              <a:t>EXTRACTION</a:t>
            </a:r>
            <a:endParaRPr lang="en-IN" sz="3600" dirty="0">
              <a:solidFill>
                <a:schemeClr val="tx2"/>
              </a:solidFill>
            </a:endParaRPr>
          </a:p>
        </p:txBody>
      </p:sp>
      <p:graphicFrame>
        <p:nvGraphicFramePr>
          <p:cNvPr id="4" name="Content Placeholder 3">
            <a:extLst>
              <a:ext uri="{FF2B5EF4-FFF2-40B4-BE49-F238E27FC236}">
                <a16:creationId xmlns:a16="http://schemas.microsoft.com/office/drawing/2014/main" id="{592F34D6-17A2-DD41-1389-D886F472F1D8}"/>
              </a:ext>
            </a:extLst>
          </p:cNvPr>
          <p:cNvGraphicFramePr>
            <a:graphicFrameLocks noGrp="1"/>
          </p:cNvGraphicFramePr>
          <p:nvPr>
            <p:ph idx="1"/>
            <p:extLst>
              <p:ext uri="{D42A27DB-BD31-4B8C-83A1-F6EECF244321}">
                <p14:modId xmlns:p14="http://schemas.microsoft.com/office/powerpoint/2010/main" val="2769293355"/>
              </p:ext>
            </p:extLst>
          </p:nvPr>
        </p:nvGraphicFramePr>
        <p:xfrm>
          <a:off x="581192" y="1581031"/>
          <a:ext cx="11029615" cy="4574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47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18E1B-0E7C-EE02-B785-48EF93B8B361}"/>
              </a:ext>
            </a:extLst>
          </p:cNvPr>
          <p:cNvSpPr>
            <a:spLocks noGrp="1"/>
          </p:cNvSpPr>
          <p:nvPr>
            <p:ph type="title"/>
          </p:nvPr>
        </p:nvSpPr>
        <p:spPr>
          <a:xfrm>
            <a:off x="581192" y="882650"/>
            <a:ext cx="11029616" cy="530296"/>
          </a:xfrm>
        </p:spPr>
        <p:txBody>
          <a:bodyPr>
            <a:noAutofit/>
          </a:bodyPr>
          <a:lstStyle/>
          <a:p>
            <a:r>
              <a:rPr lang="en-US" sz="3200" dirty="0">
                <a:solidFill>
                  <a:schemeClr val="tx2"/>
                </a:solidFill>
              </a:rPr>
              <a:t>MACHINE</a:t>
            </a:r>
            <a:r>
              <a:rPr lang="en-US" sz="3200" dirty="0"/>
              <a:t> </a:t>
            </a:r>
            <a:r>
              <a:rPr lang="en-US" sz="3200" dirty="0">
                <a:solidFill>
                  <a:schemeClr val="tx2"/>
                </a:solidFill>
              </a:rPr>
              <a:t>LEARNING</a:t>
            </a:r>
            <a:r>
              <a:rPr lang="en-US" sz="3200" dirty="0"/>
              <a:t> </a:t>
            </a:r>
            <a:r>
              <a:rPr lang="en-US" sz="3200" dirty="0">
                <a:solidFill>
                  <a:schemeClr val="tx2"/>
                </a:solidFill>
              </a:rPr>
              <a:t>MODEL</a:t>
            </a:r>
            <a:endParaRPr lang="en-IN" sz="3200" dirty="0">
              <a:solidFill>
                <a:schemeClr val="tx2"/>
              </a:solidFill>
            </a:endParaRPr>
          </a:p>
        </p:txBody>
      </p:sp>
      <p:sp>
        <p:nvSpPr>
          <p:cNvPr id="3" name="Content Placeholder 2">
            <a:extLst>
              <a:ext uri="{FF2B5EF4-FFF2-40B4-BE49-F238E27FC236}">
                <a16:creationId xmlns:a16="http://schemas.microsoft.com/office/drawing/2014/main" id="{EB71A8EF-C69D-4BBB-A5CE-DCB851C50911}"/>
              </a:ext>
            </a:extLst>
          </p:cNvPr>
          <p:cNvSpPr>
            <a:spLocks noGrp="1"/>
          </p:cNvSpPr>
          <p:nvPr>
            <p:ph idx="1"/>
          </p:nvPr>
        </p:nvSpPr>
        <p:spPr/>
        <p:txBody>
          <a:bodyPr>
            <a:normAutofit/>
          </a:bodyPr>
          <a:lstStyle/>
          <a:p>
            <a:pPr marL="0" indent="0">
              <a:buNone/>
            </a:pPr>
            <a:r>
              <a:rPr lang="en-US" sz="2400" dirty="0"/>
              <a:t>In this project, we use Logistic Regression as the classification model.</a:t>
            </a:r>
          </a:p>
          <a:p>
            <a:pPr marL="0" indent="0">
              <a:buNone/>
            </a:pPr>
            <a:r>
              <a:rPr lang="en-US" sz="2400" dirty="0"/>
              <a:t>Logistic Regression is suitable for text classification problems because:</a:t>
            </a:r>
          </a:p>
          <a:p>
            <a:r>
              <a:rPr lang="en-US" sz="2400" dirty="0"/>
              <a:t>It is simple and fast</a:t>
            </a:r>
          </a:p>
          <a:p>
            <a:r>
              <a:rPr lang="en-US" sz="2400" dirty="0"/>
              <a:t>Works well with large datasets</a:t>
            </a:r>
          </a:p>
          <a:p>
            <a:r>
              <a:rPr lang="en-US" sz="2400" dirty="0"/>
              <a:t>Provides high accuracy</a:t>
            </a:r>
          </a:p>
          <a:p>
            <a:r>
              <a:rPr lang="en-US" sz="2400" dirty="0"/>
              <a:t>Easy to implement and interpret </a:t>
            </a:r>
          </a:p>
          <a:p>
            <a:pPr marL="0" indent="0">
              <a:buNone/>
            </a:pPr>
            <a:r>
              <a:rPr lang="en-US" sz="2400" dirty="0"/>
              <a:t>The model learns from training data and predicts labels for new news articles.</a:t>
            </a:r>
            <a:endParaRPr lang="en-IN" sz="2400" dirty="0"/>
          </a:p>
        </p:txBody>
      </p:sp>
    </p:spTree>
    <p:extLst>
      <p:ext uri="{BB962C8B-B14F-4D97-AF65-F5344CB8AC3E}">
        <p14:creationId xmlns:p14="http://schemas.microsoft.com/office/powerpoint/2010/main" val="2169301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5BFFA-9C19-7027-7BA0-2498620B4C7E}"/>
              </a:ext>
            </a:extLst>
          </p:cNvPr>
          <p:cNvSpPr>
            <a:spLocks noGrp="1"/>
          </p:cNvSpPr>
          <p:nvPr>
            <p:ph type="title"/>
          </p:nvPr>
        </p:nvSpPr>
        <p:spPr>
          <a:xfrm>
            <a:off x="581191" y="1036878"/>
            <a:ext cx="11029616" cy="530296"/>
          </a:xfrm>
        </p:spPr>
        <p:txBody>
          <a:bodyPr>
            <a:noAutofit/>
          </a:bodyPr>
          <a:lstStyle/>
          <a:p>
            <a:r>
              <a:rPr lang="en-US" sz="3200" dirty="0">
                <a:solidFill>
                  <a:schemeClr val="tx2"/>
                </a:solidFill>
              </a:rPr>
              <a:t>TRAINING</a:t>
            </a:r>
            <a:r>
              <a:rPr lang="en-US" sz="3200" dirty="0"/>
              <a:t> </a:t>
            </a:r>
            <a:r>
              <a:rPr lang="en-US" sz="3200" dirty="0">
                <a:solidFill>
                  <a:schemeClr val="tx2"/>
                </a:solidFill>
              </a:rPr>
              <a:t>AND</a:t>
            </a:r>
            <a:r>
              <a:rPr lang="en-US" sz="3200" dirty="0"/>
              <a:t> </a:t>
            </a:r>
            <a:r>
              <a:rPr lang="en-US" sz="3200" dirty="0">
                <a:solidFill>
                  <a:schemeClr val="tx2"/>
                </a:solidFill>
              </a:rPr>
              <a:t>TESTING</a:t>
            </a:r>
            <a:r>
              <a:rPr lang="en-US" sz="3200" dirty="0"/>
              <a:t> </a:t>
            </a:r>
            <a:endParaRPr lang="en-IN" sz="3200" dirty="0"/>
          </a:p>
        </p:txBody>
      </p:sp>
      <p:sp>
        <p:nvSpPr>
          <p:cNvPr id="3" name="Content Placeholder 2">
            <a:extLst>
              <a:ext uri="{FF2B5EF4-FFF2-40B4-BE49-F238E27FC236}">
                <a16:creationId xmlns:a16="http://schemas.microsoft.com/office/drawing/2014/main" id="{F2EC9612-6003-E694-B071-D178C687137F}"/>
              </a:ext>
            </a:extLst>
          </p:cNvPr>
          <p:cNvSpPr>
            <a:spLocks noGrp="1"/>
          </p:cNvSpPr>
          <p:nvPr>
            <p:ph idx="1"/>
          </p:nvPr>
        </p:nvSpPr>
        <p:spPr>
          <a:xfrm>
            <a:off x="720088" y="1302026"/>
            <a:ext cx="11029615" cy="4308596"/>
          </a:xfrm>
        </p:spPr>
        <p:txBody>
          <a:bodyPr/>
          <a:lstStyle/>
          <a:p>
            <a:pPr marL="0" indent="0">
              <a:buNone/>
            </a:pPr>
            <a:r>
              <a:rPr lang="en-US" sz="2400" dirty="0"/>
              <a:t>Dataset is split into training and testing data. The dataset is divided into two parts:</a:t>
            </a:r>
          </a:p>
          <a:p>
            <a:r>
              <a:rPr lang="en-US" sz="2400" dirty="0"/>
              <a:t>80% Training Data</a:t>
            </a:r>
          </a:p>
          <a:p>
            <a:r>
              <a:rPr lang="en-US" sz="2400" dirty="0"/>
              <a:t>20% Testing Data</a:t>
            </a:r>
          </a:p>
          <a:p>
            <a:pPr marL="0" indent="0">
              <a:buNone/>
            </a:pPr>
            <a:r>
              <a:rPr lang="en-US" sz="2400" dirty="0"/>
              <a:t>The model is trained on training data and evaluated using testing data.</a:t>
            </a:r>
          </a:p>
          <a:p>
            <a:pPr marL="0" indent="0">
              <a:buNone/>
            </a:pPr>
            <a:r>
              <a:rPr lang="en-US" sz="2400" dirty="0"/>
              <a:t>This helps to measure the performance and reliability of the system.</a:t>
            </a:r>
            <a:endParaRPr lang="en-IN" sz="2400" dirty="0"/>
          </a:p>
          <a:p>
            <a:endParaRPr lang="en-IN" dirty="0"/>
          </a:p>
        </p:txBody>
      </p:sp>
    </p:spTree>
    <p:extLst>
      <p:ext uri="{BB962C8B-B14F-4D97-AF65-F5344CB8AC3E}">
        <p14:creationId xmlns:p14="http://schemas.microsoft.com/office/powerpoint/2010/main" val="277411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9ECD-DBFE-C76B-9912-1C72430A9435}"/>
              </a:ext>
            </a:extLst>
          </p:cNvPr>
          <p:cNvSpPr>
            <a:spLocks noGrp="1"/>
          </p:cNvSpPr>
          <p:nvPr>
            <p:ph type="title"/>
          </p:nvPr>
        </p:nvSpPr>
        <p:spPr/>
        <p:txBody>
          <a:bodyPr>
            <a:noAutofit/>
          </a:bodyPr>
          <a:lstStyle/>
          <a:p>
            <a:r>
              <a:rPr lang="en-US" sz="3200" b="1" dirty="0">
                <a:solidFill>
                  <a:schemeClr val="tx2"/>
                </a:solidFill>
              </a:rPr>
              <a:t>               SYSTEM ARCHITECTUR E &amp; DEVELOPMENT</a:t>
            </a:r>
            <a:endParaRPr lang="en-IN" sz="3200" b="1" dirty="0">
              <a:solidFill>
                <a:schemeClr val="tx2"/>
              </a:solidFill>
            </a:endParaRPr>
          </a:p>
        </p:txBody>
      </p:sp>
      <p:graphicFrame>
        <p:nvGraphicFramePr>
          <p:cNvPr id="4" name="Content Placeholder 3">
            <a:extLst>
              <a:ext uri="{FF2B5EF4-FFF2-40B4-BE49-F238E27FC236}">
                <a16:creationId xmlns:a16="http://schemas.microsoft.com/office/drawing/2014/main" id="{F2F1F46E-5744-AB75-AAA1-E31A7BA1BF45}"/>
              </a:ext>
            </a:extLst>
          </p:cNvPr>
          <p:cNvGraphicFramePr>
            <a:graphicFrameLocks noGrp="1"/>
          </p:cNvGraphicFramePr>
          <p:nvPr>
            <p:ph idx="1"/>
            <p:extLst>
              <p:ext uri="{D42A27DB-BD31-4B8C-83A1-F6EECF244321}">
                <p14:modId xmlns:p14="http://schemas.microsoft.com/office/powerpoint/2010/main" val="3947820494"/>
              </p:ext>
            </p:extLst>
          </p:nvPr>
        </p:nvGraphicFramePr>
        <p:xfrm>
          <a:off x="581192" y="1637692"/>
          <a:ext cx="11029615" cy="4673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8502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98587"/>
            <a:ext cx="11029616" cy="530296"/>
          </a:xfrm>
        </p:spPr>
        <p:txBody>
          <a:bodyPr>
            <a:noAutofit/>
          </a:bodyPr>
          <a:lstStyle/>
          <a:p>
            <a:r>
              <a:rPr lang="en-US" sz="3200" dirty="0" err="1">
                <a:solidFill>
                  <a:schemeClr val="tx2"/>
                </a:solidFill>
              </a:rPr>
              <a:t>ResulTS</a:t>
            </a:r>
            <a:endParaRPr lang="en-US" sz="3200" dirty="0">
              <a:solidFill>
                <a:schemeClr val="tx2"/>
              </a:solidFill>
            </a:endParaRPr>
          </a:p>
        </p:txBody>
      </p:sp>
      <p:sp>
        <p:nvSpPr>
          <p:cNvPr id="4" name="Content Placeholder 3">
            <a:extLst>
              <a:ext uri="{FF2B5EF4-FFF2-40B4-BE49-F238E27FC236}">
                <a16:creationId xmlns:a16="http://schemas.microsoft.com/office/drawing/2014/main" id="{A952B97E-9C30-CAE3-680D-0AB51729B2B1}"/>
              </a:ext>
            </a:extLst>
          </p:cNvPr>
          <p:cNvSpPr>
            <a:spLocks noGrp="1"/>
          </p:cNvSpPr>
          <p:nvPr>
            <p:ph idx="1"/>
          </p:nvPr>
        </p:nvSpPr>
        <p:spPr>
          <a:xfrm>
            <a:off x="581192" y="1578429"/>
            <a:ext cx="4743161" cy="4049682"/>
          </a:xfrm>
        </p:spPr>
        <p:txBody>
          <a:bodyPr>
            <a:normAutofit fontScale="92500" lnSpcReduction="10000"/>
          </a:bodyPr>
          <a:lstStyle/>
          <a:p>
            <a:pPr>
              <a:buFont typeface="Wingdings" panose="05000000000000000000" pitchFamily="2" charset="2"/>
              <a:buChar char="v"/>
            </a:pPr>
            <a:r>
              <a:rPr lang="en-US" sz="1800" dirty="0"/>
              <a:t>After training and testing the model, the following results were obtained:</a:t>
            </a:r>
          </a:p>
          <a:p>
            <a:pPr marL="342900" indent="-342900">
              <a:buFont typeface="Arial" panose="020B0604020202020204" pitchFamily="34" charset="0"/>
              <a:buChar char="•"/>
            </a:pPr>
            <a:r>
              <a:rPr lang="en-US" sz="1800" dirty="0"/>
              <a:t>Accuracy: 98.8%</a:t>
            </a:r>
          </a:p>
          <a:p>
            <a:pPr marL="342900" indent="-342900">
              <a:buFont typeface="Arial" panose="020B0604020202020204" pitchFamily="34" charset="0"/>
              <a:buChar char="•"/>
            </a:pPr>
            <a:r>
              <a:rPr lang="en-US" sz="1800" dirty="0"/>
              <a:t>High Precision and Recall</a:t>
            </a:r>
          </a:p>
          <a:p>
            <a:pPr marL="342900" indent="-342900">
              <a:buFont typeface="Arial" panose="020B0604020202020204" pitchFamily="34" charset="0"/>
              <a:buChar char="•"/>
            </a:pPr>
            <a:r>
              <a:rPr lang="en-US" sz="1800" dirty="0"/>
              <a:t>Low error rate</a:t>
            </a:r>
          </a:p>
          <a:p>
            <a:endParaRPr lang="en-US" sz="1800" dirty="0"/>
          </a:p>
          <a:p>
            <a:pPr>
              <a:buFont typeface="Wingdings" panose="05000000000000000000" pitchFamily="2" charset="2"/>
              <a:buChar char="v"/>
            </a:pPr>
            <a:r>
              <a:rPr lang="en-US" sz="1800" dirty="0"/>
              <a:t>The model achieved high accuracy in detecting fake and real news. It can successfully classify both dataset-based news and real-time online news fetched through API.</a:t>
            </a:r>
          </a:p>
          <a:p>
            <a:pPr>
              <a:buFont typeface="Wingdings" panose="05000000000000000000" pitchFamily="2" charset="2"/>
              <a:buChar char="v"/>
            </a:pPr>
            <a:r>
              <a:rPr lang="en-US" sz="1800" dirty="0"/>
              <a:t>This proves the effectiveness of the proposed system.</a:t>
            </a:r>
          </a:p>
          <a:p>
            <a:endParaRPr lang="en-IN" dirty="0"/>
          </a:p>
        </p:txBody>
      </p:sp>
      <p:pic>
        <p:nvPicPr>
          <p:cNvPr id="24" name="Picture 23">
            <a:extLst>
              <a:ext uri="{FF2B5EF4-FFF2-40B4-BE49-F238E27FC236}">
                <a16:creationId xmlns:a16="http://schemas.microsoft.com/office/drawing/2014/main" id="{001DC863-E6A9-9587-C89A-A47A97C755B0}"/>
              </a:ext>
            </a:extLst>
          </p:cNvPr>
          <p:cNvPicPr>
            <a:picLocks noChangeAspect="1"/>
          </p:cNvPicPr>
          <p:nvPr/>
        </p:nvPicPr>
        <p:blipFill>
          <a:blip r:embed="rId2"/>
          <a:srcRect/>
          <a:stretch/>
        </p:blipFill>
        <p:spPr>
          <a:xfrm>
            <a:off x="5451675" y="751348"/>
            <a:ext cx="5506900" cy="5636871"/>
          </a:xfrm>
          <a:prstGeom prst="rect">
            <a:avLst/>
          </a:prstGeom>
          <a:ln>
            <a:solidFill>
              <a:schemeClr val="tx1"/>
            </a:solidFill>
          </a:ln>
        </p:spPr>
      </p:pic>
    </p:spTree>
    <p:extLst>
      <p:ext uri="{BB962C8B-B14F-4D97-AF65-F5344CB8AC3E}">
        <p14:creationId xmlns:p14="http://schemas.microsoft.com/office/powerpoint/2010/main" val="14832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9946-840B-F6F8-106C-1DC2557739B5}"/>
              </a:ext>
            </a:extLst>
          </p:cNvPr>
          <p:cNvSpPr>
            <a:spLocks noGrp="1"/>
          </p:cNvSpPr>
          <p:nvPr>
            <p:ph type="title"/>
          </p:nvPr>
        </p:nvSpPr>
        <p:spPr/>
        <p:txBody>
          <a:bodyPr>
            <a:noAutofit/>
          </a:bodyPr>
          <a:lstStyle/>
          <a:p>
            <a:r>
              <a:rPr lang="en-US" sz="3200" b="1" dirty="0">
                <a:solidFill>
                  <a:schemeClr val="tx2"/>
                </a:solidFill>
              </a:rPr>
              <a:t>APPLICATION ARCHITECTURE </a:t>
            </a:r>
            <a:endParaRPr lang="en-IN" sz="3200" b="1" dirty="0">
              <a:solidFill>
                <a:schemeClr val="tx2"/>
              </a:solidFill>
            </a:endParaRPr>
          </a:p>
        </p:txBody>
      </p:sp>
      <p:graphicFrame>
        <p:nvGraphicFramePr>
          <p:cNvPr id="4" name="Content Placeholder 3">
            <a:extLst>
              <a:ext uri="{FF2B5EF4-FFF2-40B4-BE49-F238E27FC236}">
                <a16:creationId xmlns:a16="http://schemas.microsoft.com/office/drawing/2014/main" id="{1FE173B3-D7EC-8E26-4814-3DABE2D11CA5}"/>
              </a:ext>
            </a:extLst>
          </p:cNvPr>
          <p:cNvGraphicFramePr>
            <a:graphicFrameLocks noGrp="1"/>
          </p:cNvGraphicFramePr>
          <p:nvPr>
            <p:ph idx="1"/>
            <p:extLst>
              <p:ext uri="{D42A27DB-BD31-4B8C-83A1-F6EECF244321}">
                <p14:modId xmlns:p14="http://schemas.microsoft.com/office/powerpoint/2010/main" val="3087729067"/>
              </p:ext>
            </p:extLst>
          </p:nvPr>
        </p:nvGraphicFramePr>
        <p:xfrm>
          <a:off x="581192" y="1423686"/>
          <a:ext cx="11029615" cy="48960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392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68C5-03A5-3468-DFB0-E7797C81B21C}"/>
              </a:ext>
            </a:extLst>
          </p:cNvPr>
          <p:cNvSpPr>
            <a:spLocks noGrp="1"/>
          </p:cNvSpPr>
          <p:nvPr>
            <p:ph type="title"/>
          </p:nvPr>
        </p:nvSpPr>
        <p:spPr>
          <a:xfrm>
            <a:off x="673789" y="906249"/>
            <a:ext cx="11029616" cy="530296"/>
          </a:xfrm>
        </p:spPr>
        <p:txBody>
          <a:bodyPr>
            <a:noAutofit/>
          </a:bodyPr>
          <a:lstStyle/>
          <a:p>
            <a:r>
              <a:rPr lang="en-US" sz="3200" b="1" dirty="0">
                <a:solidFill>
                  <a:schemeClr val="tx2"/>
                </a:solidFill>
              </a:rPr>
              <a:t>ADVANTAGES</a:t>
            </a:r>
            <a:endParaRPr lang="en-IN" sz="3200" b="1" dirty="0">
              <a:solidFill>
                <a:schemeClr val="tx2"/>
              </a:solidFill>
            </a:endParaRPr>
          </a:p>
        </p:txBody>
      </p:sp>
      <p:sp>
        <p:nvSpPr>
          <p:cNvPr id="3" name="Content Placeholder 2">
            <a:extLst>
              <a:ext uri="{FF2B5EF4-FFF2-40B4-BE49-F238E27FC236}">
                <a16:creationId xmlns:a16="http://schemas.microsoft.com/office/drawing/2014/main" id="{A6B8289C-47D6-9B42-22F1-EB22D9F314DC}"/>
              </a:ext>
            </a:extLst>
          </p:cNvPr>
          <p:cNvSpPr>
            <a:spLocks noGrp="1"/>
          </p:cNvSpPr>
          <p:nvPr>
            <p:ph idx="1"/>
          </p:nvPr>
        </p:nvSpPr>
        <p:spPr>
          <a:xfrm>
            <a:off x="673790" y="1599778"/>
            <a:ext cx="11029615" cy="4673324"/>
          </a:xfrm>
        </p:spPr>
        <p:txBody>
          <a:bodyPr>
            <a:normAutofit lnSpcReduction="10000"/>
          </a:bodyPr>
          <a:lstStyle/>
          <a:p>
            <a:pPr marL="0" indent="0">
              <a:buNone/>
            </a:pPr>
            <a:endParaRPr lang="en-US" sz="2400" dirty="0"/>
          </a:p>
          <a:p>
            <a:pPr>
              <a:buFont typeface="Wingdings" panose="05000000000000000000" pitchFamily="2" charset="2"/>
              <a:buChar char="v"/>
            </a:pPr>
            <a:r>
              <a:rPr lang="en-US" sz="2400" dirty="0"/>
              <a:t>Real-time fake news detection</a:t>
            </a:r>
          </a:p>
          <a:p>
            <a:pPr>
              <a:buFont typeface="Wingdings" panose="05000000000000000000" pitchFamily="2" charset="2"/>
              <a:buChar char="v"/>
            </a:pPr>
            <a:r>
              <a:rPr lang="en-US" sz="2400" dirty="0"/>
              <a:t>Easy to use</a:t>
            </a:r>
          </a:p>
          <a:p>
            <a:pPr>
              <a:buFont typeface="Wingdings" panose="05000000000000000000" pitchFamily="2" charset="2"/>
              <a:buChar char="v"/>
            </a:pPr>
            <a:r>
              <a:rPr lang="en-US" sz="2400" dirty="0"/>
              <a:t>Helps students verify news authenticity</a:t>
            </a:r>
          </a:p>
          <a:p>
            <a:pPr>
              <a:buFont typeface="Wingdings" panose="05000000000000000000" pitchFamily="2" charset="2"/>
              <a:buChar char="v"/>
            </a:pPr>
            <a:r>
              <a:rPr lang="en-US" sz="2400" dirty="0"/>
              <a:t>Supports live news verification using API</a:t>
            </a:r>
          </a:p>
          <a:p>
            <a:pPr>
              <a:buFont typeface="Wingdings" panose="05000000000000000000" pitchFamily="2" charset="2"/>
              <a:buChar char="v"/>
            </a:pPr>
            <a:r>
              <a:rPr lang="en-US" sz="2400" dirty="0"/>
              <a:t>Fast and reliable predictions</a:t>
            </a:r>
          </a:p>
          <a:p>
            <a:pPr>
              <a:buFont typeface="Wingdings" panose="05000000000000000000" pitchFamily="2" charset="2"/>
              <a:buChar char="v"/>
            </a:pPr>
            <a:r>
              <a:rPr lang="en-US" sz="2400" dirty="0"/>
              <a:t>Reduces manual verification</a:t>
            </a:r>
          </a:p>
          <a:p>
            <a:pPr>
              <a:buFont typeface="Wingdings" panose="05000000000000000000" pitchFamily="2" charset="2"/>
              <a:buChar char="v"/>
            </a:pPr>
            <a:r>
              <a:rPr lang="en-US" sz="2400" dirty="0"/>
              <a:t>Helps control misinformation</a:t>
            </a:r>
          </a:p>
          <a:p>
            <a:pPr>
              <a:buFont typeface="Wingdings" panose="05000000000000000000" pitchFamily="2" charset="2"/>
              <a:buChar char="v"/>
            </a:pPr>
            <a:r>
              <a:rPr lang="en-US" sz="2400" dirty="0"/>
              <a:t>Can be integrated with websites and apps</a:t>
            </a:r>
          </a:p>
          <a:p>
            <a:pPr>
              <a:buFont typeface="Wingdings" panose="05000000000000000000" pitchFamily="2" charset="2"/>
              <a:buChar char="ü"/>
            </a:pPr>
            <a:endParaRPr lang="en-IN" dirty="0"/>
          </a:p>
        </p:txBody>
      </p:sp>
    </p:spTree>
    <p:extLst>
      <p:ext uri="{BB962C8B-B14F-4D97-AF65-F5344CB8AC3E}">
        <p14:creationId xmlns:p14="http://schemas.microsoft.com/office/powerpoint/2010/main" val="4049633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934610"/>
            <a:ext cx="11029616" cy="530296"/>
          </a:xfrm>
        </p:spPr>
        <p:txBody>
          <a:bodyPr>
            <a:noAutofit/>
          </a:bodyPr>
          <a:lstStyle/>
          <a:p>
            <a:r>
              <a:rPr lang="en-US" sz="3200" b="1" dirty="0">
                <a:solidFill>
                  <a:schemeClr val="tx2"/>
                </a:solidFill>
                <a:latin typeface="Arial"/>
                <a:ea typeface="+mj-lt"/>
                <a:cs typeface="Arial"/>
              </a:rPr>
              <a:t>Conclusion</a:t>
            </a:r>
            <a:endParaRPr lang="en-US" sz="3200" dirty="0">
              <a:solidFill>
                <a:schemeClr val="tx2"/>
              </a:solidFill>
            </a:endParaRPr>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3" y="1464906"/>
            <a:ext cx="11029615" cy="4458484"/>
          </a:xfrm>
        </p:spPr>
        <p:txBody>
          <a:bodyPr>
            <a:normAutofit/>
          </a:bodyPr>
          <a:lstStyle/>
          <a:p>
            <a:pPr marL="0" indent="0">
              <a:buNone/>
            </a:pPr>
            <a:r>
              <a:rPr lang="en-US" sz="2400" dirty="0"/>
              <a:t>This project successfully implements an AI-based fake news detection system using NLP, Machine Learning, and News API. It helps students verify online news and promotes digital awareness.</a:t>
            </a:r>
          </a:p>
          <a:p>
            <a:pPr marL="0" indent="0">
              <a:buNone/>
            </a:pPr>
            <a:r>
              <a:rPr lang="en-US" sz="2400" dirty="0"/>
              <a:t>The use of NLP and machine learning helps in understanding textual data effectively. The system is accurate, efficient, and reliable, making it suitable for real-world applications..</a:t>
            </a:r>
            <a:endParaRPr lang="en-IN" sz="2400" dirty="0"/>
          </a:p>
        </p:txBody>
      </p:sp>
    </p:spTree>
    <p:extLst>
      <p:ext uri="{BB962C8B-B14F-4D97-AF65-F5344CB8AC3E}">
        <p14:creationId xmlns:p14="http://schemas.microsoft.com/office/powerpoint/2010/main" val="3183315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chemeClr val="tx2"/>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686141" y="1708737"/>
            <a:ext cx="666533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cs typeface="Arial"/>
              </a:rPr>
              <a:t>In the future, the system can be improved by:</a:t>
            </a:r>
          </a:p>
          <a:p>
            <a:endParaRPr lang="en-US" sz="2400" dirty="0">
              <a:cs typeface="Arial"/>
            </a:endParaRPr>
          </a:p>
          <a:p>
            <a:pPr marL="342900" indent="-342900">
              <a:buFont typeface="Wingdings" panose="05000000000000000000" pitchFamily="2" charset="2"/>
              <a:buChar char="Ø"/>
            </a:pPr>
            <a:r>
              <a:rPr lang="en-US" sz="2400" dirty="0">
                <a:cs typeface="Arial"/>
              </a:rPr>
              <a:t>Using deep learning models like LSTM and BERT</a:t>
            </a:r>
          </a:p>
          <a:p>
            <a:pPr marL="342900" indent="-342900">
              <a:buFont typeface="Wingdings" panose="05000000000000000000" pitchFamily="2" charset="2"/>
              <a:buChar char="Ø"/>
            </a:pPr>
            <a:r>
              <a:rPr lang="en-US" sz="2400" dirty="0">
                <a:cs typeface="Arial"/>
              </a:rPr>
              <a:t>Integrating with social media platforms</a:t>
            </a:r>
          </a:p>
          <a:p>
            <a:pPr marL="342900" indent="-342900">
              <a:buFont typeface="Wingdings" panose="05000000000000000000" pitchFamily="2" charset="2"/>
              <a:buChar char="Ø"/>
            </a:pPr>
            <a:r>
              <a:rPr lang="en-US" sz="2400" dirty="0">
                <a:cs typeface="Arial"/>
              </a:rPr>
              <a:t>Supporting multiple languages</a:t>
            </a:r>
          </a:p>
          <a:p>
            <a:pPr marL="342900" indent="-342900">
              <a:buFont typeface="Wingdings" panose="05000000000000000000" pitchFamily="2" charset="2"/>
              <a:buChar char="Ø"/>
            </a:pPr>
            <a:r>
              <a:rPr lang="en-US" sz="2400" dirty="0">
                <a:cs typeface="Arial"/>
              </a:rPr>
              <a:t>Improving accuracy further</a:t>
            </a:r>
          </a:p>
          <a:p>
            <a:pPr marL="342900" indent="-342900">
              <a:buFont typeface="Wingdings" panose="05000000000000000000" pitchFamily="2" charset="2"/>
              <a:buChar char="Ø"/>
            </a:pPr>
            <a:r>
              <a:rPr lang="en-US" sz="2400" dirty="0">
                <a:latin typeface="Calisto MT"/>
                <a:cs typeface="Arial"/>
              </a:rPr>
              <a:t>Mobile application integration</a:t>
            </a:r>
          </a:p>
        </p:txBody>
      </p:sp>
    </p:spTree>
    <p:extLst>
      <p:ext uri="{BB962C8B-B14F-4D97-AF65-F5344CB8AC3E}">
        <p14:creationId xmlns:p14="http://schemas.microsoft.com/office/powerpoint/2010/main" val="248158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4F341-ABB6-B16F-E79A-F170D92DA560}"/>
              </a:ext>
            </a:extLst>
          </p:cNvPr>
          <p:cNvSpPr>
            <a:spLocks noGrp="1"/>
          </p:cNvSpPr>
          <p:nvPr>
            <p:ph type="title"/>
          </p:nvPr>
        </p:nvSpPr>
        <p:spPr>
          <a:xfrm>
            <a:off x="581192" y="746168"/>
            <a:ext cx="11029616" cy="530296"/>
          </a:xfrm>
        </p:spPr>
        <p:txBody>
          <a:bodyPr>
            <a:noAutofit/>
          </a:bodyPr>
          <a:lstStyle/>
          <a:p>
            <a:r>
              <a:rPr lang="en-US" sz="3200" b="1" dirty="0">
                <a:solidFill>
                  <a:schemeClr val="tx2"/>
                </a:solidFill>
              </a:rPr>
              <a:t>REFERENCES</a:t>
            </a:r>
            <a:endParaRPr lang="en-IN" sz="3200" b="1" dirty="0">
              <a:solidFill>
                <a:schemeClr val="tx2"/>
              </a:solidFill>
            </a:endParaRPr>
          </a:p>
        </p:txBody>
      </p:sp>
      <p:sp>
        <p:nvSpPr>
          <p:cNvPr id="3" name="Content Placeholder 2">
            <a:extLst>
              <a:ext uri="{FF2B5EF4-FFF2-40B4-BE49-F238E27FC236}">
                <a16:creationId xmlns:a16="http://schemas.microsoft.com/office/drawing/2014/main" id="{9B7C472E-F869-263F-DFAC-E0A94EA6405E}"/>
              </a:ext>
            </a:extLst>
          </p:cNvPr>
          <p:cNvSpPr>
            <a:spLocks noGrp="1"/>
          </p:cNvSpPr>
          <p:nvPr>
            <p:ph idx="1"/>
          </p:nvPr>
        </p:nvSpPr>
        <p:spPr>
          <a:xfrm>
            <a:off x="502628" y="1412110"/>
            <a:ext cx="11029615" cy="4353551"/>
          </a:xfrm>
        </p:spPr>
        <p:txBody>
          <a:bodyPr/>
          <a:lstStyle/>
          <a:p>
            <a:pPr marL="457200" indent="-457200">
              <a:buAutoNum type="arabicPeriod"/>
            </a:pPr>
            <a:r>
              <a:rPr lang="en-IN" dirty="0">
                <a:solidFill>
                  <a:srgbClr val="0A0A0A"/>
                </a:solidFill>
                <a:cs typeface="Arial"/>
              </a:rPr>
              <a:t>Fake and Real News Dataset, Kaggle     </a:t>
            </a:r>
            <a:r>
              <a:rPr lang="en-IN" dirty="0">
                <a:solidFill>
                  <a:srgbClr val="0A0A0A"/>
                </a:solidFill>
                <a:cs typeface="Arial"/>
                <a:hlinkClick r:id="rId2"/>
              </a:rPr>
              <a:t>https://www.kaggle.com/datasets/clmentbisaillon/fake-and-real-news-dataset</a:t>
            </a:r>
            <a:r>
              <a:rPr lang="en-IN" dirty="0">
                <a:solidFill>
                  <a:srgbClr val="0A0A0A"/>
                </a:solidFill>
                <a:cs typeface="Arial"/>
              </a:rPr>
              <a:t> </a:t>
            </a:r>
          </a:p>
          <a:p>
            <a:pPr marL="457200" indent="-457200">
              <a:buAutoNum type="arabicPeriod"/>
            </a:pPr>
            <a:r>
              <a:rPr lang="en-US" dirty="0">
                <a:solidFill>
                  <a:srgbClr val="0A0A0A"/>
                </a:solidFill>
                <a:cs typeface="Arial"/>
              </a:rPr>
              <a:t>Scikit-learn Documentation (Machine Learning Library</a:t>
            </a:r>
            <a:r>
              <a:rPr lang="en-US" u="sng" dirty="0">
                <a:solidFill>
                  <a:srgbClr val="92D050"/>
                </a:solidFill>
                <a:cs typeface="Arial"/>
              </a:rPr>
              <a:t>)  https://scikit-learn.org/stable/</a:t>
            </a:r>
            <a:endParaRPr lang="en-IN" u="sng" dirty="0">
              <a:solidFill>
                <a:srgbClr val="92D050"/>
              </a:solidFill>
              <a:cs typeface="Arial"/>
            </a:endParaRPr>
          </a:p>
          <a:p>
            <a:pPr marL="0" indent="0">
              <a:buNone/>
            </a:pPr>
            <a:r>
              <a:rPr lang="en-IN" dirty="0">
                <a:solidFill>
                  <a:schemeClr val="accent2">
                    <a:lumMod val="60000"/>
                    <a:lumOff val="40000"/>
                  </a:schemeClr>
                </a:solidFill>
                <a:cs typeface="Arial"/>
              </a:rPr>
              <a:t>3</a:t>
            </a:r>
            <a:r>
              <a:rPr lang="en-IN" dirty="0">
                <a:solidFill>
                  <a:srgbClr val="0A0A0A"/>
                </a:solidFill>
                <a:cs typeface="Arial"/>
              </a:rPr>
              <a:t>. Natural Language Processing Tutorial, </a:t>
            </a:r>
            <a:r>
              <a:rPr lang="en-IN" dirty="0" err="1">
                <a:solidFill>
                  <a:srgbClr val="0A0A0A"/>
                </a:solidFill>
                <a:cs typeface="Arial"/>
              </a:rPr>
              <a:t>GeeksforGeeks</a:t>
            </a:r>
            <a:r>
              <a:rPr lang="en-IN" dirty="0">
                <a:solidFill>
                  <a:srgbClr val="0A0A0A"/>
                </a:solidFill>
                <a:cs typeface="Arial"/>
              </a:rPr>
              <a:t>     </a:t>
            </a:r>
            <a:r>
              <a:rPr lang="en-IN" dirty="0">
                <a:solidFill>
                  <a:srgbClr val="0A0A0A"/>
                </a:solidFill>
                <a:cs typeface="Arial"/>
                <a:hlinkClick r:id="rId3"/>
              </a:rPr>
              <a:t>https://www.geeksforgeeks.org/natural-language-processing-nlp-tutorial/</a:t>
            </a:r>
            <a:endParaRPr lang="en-IN" dirty="0">
              <a:solidFill>
                <a:srgbClr val="0A0A0A"/>
              </a:solidFill>
              <a:cs typeface="Arial"/>
            </a:endParaRPr>
          </a:p>
          <a:p>
            <a:pPr marL="0" indent="0">
              <a:buNone/>
            </a:pPr>
            <a:r>
              <a:rPr lang="en-IN" dirty="0">
                <a:solidFill>
                  <a:schemeClr val="accent2">
                    <a:lumMod val="60000"/>
                    <a:lumOff val="40000"/>
                  </a:schemeClr>
                </a:solidFill>
                <a:cs typeface="Arial"/>
              </a:rPr>
              <a:t>4</a:t>
            </a:r>
            <a:r>
              <a:rPr lang="en-IN" dirty="0">
                <a:solidFill>
                  <a:srgbClr val="0A0A0A"/>
                </a:solidFill>
                <a:cs typeface="Arial"/>
              </a:rPr>
              <a:t>. TF-IDF Explanation, Analytics Vidhya     </a:t>
            </a:r>
            <a:r>
              <a:rPr lang="en-IN" dirty="0">
                <a:solidFill>
                  <a:srgbClr val="0A0A0A"/>
                </a:solidFill>
                <a:cs typeface="Arial"/>
                <a:hlinkClick r:id="rId4"/>
              </a:rPr>
              <a:t>https://www.analyticsvidhya.com/blog/2021/09/what-is-tf-idf/</a:t>
            </a:r>
            <a:endParaRPr lang="en-IN" dirty="0">
              <a:solidFill>
                <a:srgbClr val="0A0A0A"/>
              </a:solidFill>
              <a:cs typeface="Arial"/>
            </a:endParaRPr>
          </a:p>
          <a:p>
            <a:pPr marL="0" indent="0">
              <a:buNone/>
            </a:pPr>
            <a:r>
              <a:rPr lang="en-IN" dirty="0">
                <a:solidFill>
                  <a:schemeClr val="accent2">
                    <a:lumMod val="60000"/>
                    <a:lumOff val="40000"/>
                  </a:schemeClr>
                </a:solidFill>
                <a:cs typeface="Arial"/>
              </a:rPr>
              <a:t>5</a:t>
            </a:r>
            <a:r>
              <a:rPr lang="en-IN" dirty="0">
                <a:solidFill>
                  <a:srgbClr val="0A0A0A"/>
                </a:solidFill>
                <a:cs typeface="Arial"/>
              </a:rPr>
              <a:t>. </a:t>
            </a:r>
            <a:r>
              <a:rPr lang="en-US" dirty="0">
                <a:solidFill>
                  <a:srgbClr val="0A0A0A"/>
                </a:solidFill>
                <a:cs typeface="Arial"/>
              </a:rPr>
              <a:t>Logistic Regression – Scikit-Learn     </a:t>
            </a:r>
            <a:r>
              <a:rPr lang="en-US" dirty="0">
                <a:solidFill>
                  <a:srgbClr val="0A0A0A"/>
                </a:solidFill>
                <a:cs typeface="Arial"/>
                <a:hlinkClick r:id="rId5"/>
              </a:rPr>
              <a:t>https://scikit-learn.org/stable/modules/linear_model.html</a:t>
            </a:r>
            <a:endParaRPr lang="en-US" dirty="0">
              <a:solidFill>
                <a:srgbClr val="0A0A0A"/>
              </a:solidFill>
              <a:cs typeface="Arial"/>
            </a:endParaRPr>
          </a:p>
          <a:p>
            <a:pPr marL="0" indent="0">
              <a:buNone/>
            </a:pPr>
            <a:r>
              <a:rPr lang="en-US" dirty="0">
                <a:solidFill>
                  <a:schemeClr val="accent2">
                    <a:lumMod val="60000"/>
                    <a:lumOff val="40000"/>
                  </a:schemeClr>
                </a:solidFill>
                <a:cs typeface="Arial"/>
              </a:rPr>
              <a:t>6</a:t>
            </a:r>
            <a:r>
              <a:rPr lang="en-US" dirty="0">
                <a:solidFill>
                  <a:srgbClr val="0A0A0A"/>
                </a:solidFill>
                <a:cs typeface="Arial"/>
              </a:rPr>
              <a:t>. Fake </a:t>
            </a:r>
            <a:r>
              <a:rPr lang="en-US" dirty="0">
                <a:solidFill>
                  <a:schemeClr val="tx1"/>
                </a:solidFill>
                <a:cs typeface="Arial"/>
              </a:rPr>
              <a:t>News</a:t>
            </a:r>
            <a:r>
              <a:rPr lang="en-US" dirty="0">
                <a:solidFill>
                  <a:srgbClr val="0A0A0A"/>
                </a:solidFill>
                <a:cs typeface="Arial"/>
              </a:rPr>
              <a:t> Detection using Machine Learning – IEEE   </a:t>
            </a:r>
            <a:r>
              <a:rPr lang="en-US" dirty="0">
                <a:solidFill>
                  <a:srgbClr val="0A0A0A"/>
                </a:solidFill>
                <a:cs typeface="Arial"/>
                <a:hlinkClick r:id="rId6"/>
              </a:rPr>
              <a:t>https://ieeexplore.ieee.org/document/8622048</a:t>
            </a:r>
            <a:endParaRPr lang="en-IN" dirty="0">
              <a:solidFill>
                <a:srgbClr val="0A0A0A"/>
              </a:solidFill>
              <a:cs typeface="Arial"/>
            </a:endParaRPr>
          </a:p>
          <a:p>
            <a:pPr marL="0" indent="0">
              <a:buNone/>
            </a:pPr>
            <a:r>
              <a:rPr lang="en-IN" dirty="0">
                <a:solidFill>
                  <a:schemeClr val="accent2"/>
                </a:solidFill>
                <a:cs typeface="Arial"/>
              </a:rPr>
              <a:t>7. </a:t>
            </a:r>
            <a:r>
              <a:rPr lang="en-US" dirty="0">
                <a:solidFill>
                  <a:schemeClr val="tx1"/>
                </a:solidFill>
                <a:cs typeface="Arial"/>
              </a:rPr>
              <a:t>News API </a:t>
            </a:r>
            <a:r>
              <a:rPr lang="en-US" u="sng" dirty="0">
                <a:solidFill>
                  <a:srgbClr val="92D050"/>
                </a:solidFill>
                <a:cs typeface="Arial"/>
              </a:rPr>
              <a:t>(https://newsapi.org)</a:t>
            </a:r>
            <a:endParaRPr lang="en-IN" u="sng" dirty="0">
              <a:solidFill>
                <a:srgbClr val="92D050"/>
              </a:solidFill>
              <a:cs typeface="Arial"/>
            </a:endParaRPr>
          </a:p>
          <a:p>
            <a:endParaRPr lang="en-IN" dirty="0"/>
          </a:p>
        </p:txBody>
      </p:sp>
    </p:spTree>
    <p:extLst>
      <p:ext uri="{BB962C8B-B14F-4D97-AF65-F5344CB8AC3E}">
        <p14:creationId xmlns:p14="http://schemas.microsoft.com/office/powerpoint/2010/main" val="2514752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normAutofit/>
          </a:bodyPr>
          <a:lstStyle/>
          <a:p>
            <a:r>
              <a:rPr lang="en-IN" sz="2400" dirty="0" err="1"/>
              <a:t>Github</a:t>
            </a:r>
            <a:r>
              <a:rPr lang="en-IN" sz="2400" dirty="0"/>
              <a:t> Link :  </a:t>
            </a:r>
            <a:r>
              <a:rPr lang="en-IN" sz="2400" dirty="0">
                <a:hlinkClick r:id="rId2"/>
              </a:rPr>
              <a:t>https://github.com/kirti-dandre/Fake_News_Detector.git</a:t>
            </a:r>
            <a:endParaRPr lang="en-IN" sz="2400" dirty="0"/>
          </a:p>
        </p:txBody>
      </p:sp>
    </p:spTree>
    <p:extLst>
      <p:ext uri="{BB962C8B-B14F-4D97-AF65-F5344CB8AC3E}">
        <p14:creationId xmlns:p14="http://schemas.microsoft.com/office/powerpoint/2010/main" val="1995909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1366</TotalTime>
  <Words>1201</Words>
  <Application>Microsoft Office PowerPoint</Application>
  <PresentationFormat>Widescreen</PresentationFormat>
  <Paragraphs>167</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Calisto MT</vt:lpstr>
      <vt:lpstr>Franklin Gothic Book</vt:lpstr>
      <vt:lpstr>Franklin Gothic Demi</vt:lpstr>
      <vt:lpstr>Wingdings</vt:lpstr>
      <vt:lpstr>Wingdings 2</vt:lpstr>
      <vt:lpstr>DividendVTI</vt:lpstr>
      <vt:lpstr>Project title</vt:lpstr>
      <vt:lpstr>OUTLINE</vt:lpstr>
      <vt:lpstr>INTRODUCTION</vt:lpstr>
      <vt:lpstr>Problem Statement</vt:lpstr>
      <vt:lpstr>Proposed Solution</vt:lpstr>
      <vt:lpstr>System  Approach</vt:lpstr>
      <vt:lpstr>DATASET DESCRIPTION</vt:lpstr>
      <vt:lpstr>DATA PREPROCESSING</vt:lpstr>
      <vt:lpstr>FEATURE EXTRACTION</vt:lpstr>
      <vt:lpstr>MACHINE LEARNING MODEL</vt:lpstr>
      <vt:lpstr>TRAINING AND TESTING </vt:lpstr>
      <vt:lpstr>               SYSTEM ARCHITECTUR E &amp; DEVELOPMENT</vt:lpstr>
      <vt:lpstr>ResulTS</vt:lpstr>
      <vt:lpstr>APPLICATION ARCHITECTURE </vt:lpstr>
      <vt:lpstr>ADVANTAGES</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KIRTI DANDRE</cp:lastModifiedBy>
  <cp:revision>38</cp:revision>
  <dcterms:created xsi:type="dcterms:W3CDTF">2021-05-26T16:50:10Z</dcterms:created>
  <dcterms:modified xsi:type="dcterms:W3CDTF">2026-01-20T17:31:35Z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